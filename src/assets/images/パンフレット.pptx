
<file path=[Content_Types].xml><?xml version="1.0" encoding="utf-8"?>
<Types xmlns="http://schemas.openxmlformats.org/package/2006/content-types"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changesInfos/changesInfo1.xml" ContentType="application/vnd.ms-powerpoint.changes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6"/>
  </p:notesMasterIdLst>
  <p:handoutMasterIdLst>
    <p:handoutMasterId r:id="rId7"/>
  </p:handoutMasterIdLst>
  <p:sldIdLst>
    <p:sldId id="257" r:id="rId2"/>
    <p:sldId id="256" r:id="rId3"/>
    <p:sldId id="258" r:id="rId4"/>
    <p:sldId id="259" r:id="rId5"/>
  </p:sldIdLst>
  <p:sldSz cx="12192000" cy="6858000"/>
  <p:notesSz cx="6858000" cy="9874250"/>
  <p:defaultTextStyle>
    <a:defPPr>
      <a:defRPr lang="ja-JP"/>
    </a:defPPr>
    <a:lvl1pPr marL="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 userDrawn="1">
          <p15:clr>
            <a:srgbClr val="A4A3A4"/>
          </p15:clr>
        </p15:guide>
        <p15:guide id="2" pos="3840" userDrawn="1">
          <p15:clr>
            <a:srgbClr val="A4A3A4"/>
          </p15:clr>
        </p15:guide>
      </p15:sldGuideLst>
    </p:ext>
    <p:ext uri="{2D200454-40CA-4A62-9FC3-DE9A4176ACB9}">
      <p15:notes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FF6600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中間スタイル 2 - アクセント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073A0DAA-6AF3-43AB-8588-CEC1D06C72B9}" styleName="スタイル (中間) 2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dk1">
              <a:tint val="20000"/>
            </a:schemeClr>
          </a:solidFill>
        </a:fill>
      </a:tcStyle>
    </a:wholeTbl>
    <a:band1H>
      <a:tcStyle>
        <a:tcBdr/>
        <a:fill>
          <a:solidFill>
            <a:schemeClr val="dk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dk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dk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dk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7189" autoAdjust="0"/>
    <p:restoredTop sz="95075" autoAdjust="0"/>
  </p:normalViewPr>
  <p:slideViewPr>
    <p:cSldViewPr snapToGrid="0">
      <p:cViewPr varScale="1">
        <p:scale>
          <a:sx n="75" d="100"/>
          <a:sy n="75" d="100"/>
        </p:scale>
        <p:origin x="168" y="52"/>
      </p:cViewPr>
      <p:guideLst>
        <p:guide orient="horz" pos="2160"/>
        <p:guide pos="384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" d="1"/>
        <a:sy n="1" d="1"/>
      </p:scale>
      <p:origin x="0" y="0"/>
    </p:cViewPr>
  </p:notesTextViewPr>
  <p:sorterViewPr>
    <p:cViewPr>
      <p:scale>
        <a:sx n="100" d="100"/>
        <a:sy n="100" d="100"/>
      </p:scale>
      <p:origin x="0" y="0"/>
    </p:cViewPr>
  </p:sorterViewPr>
  <p:notesViewPr>
    <p:cSldViewPr snapToGrid="0">
      <p:cViewPr varScale="1">
        <p:scale>
          <a:sx n="51" d="100"/>
          <a:sy n="51" d="100"/>
        </p:scale>
        <p:origin x="2584" y="48"/>
      </p:cViewPr>
      <p:guideLst/>
    </p:cSldViewPr>
  </p:notes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presProps" Target="presProps.xml"/><Relationship Id="rId3" Type="http://schemas.openxmlformats.org/officeDocument/2006/relationships/slide" Target="slides/slide2.xml"/><Relationship Id="rId7" Type="http://schemas.openxmlformats.org/officeDocument/2006/relationships/handoutMaster" Target="handoutMasters/handoutMaster1.xml"/><Relationship Id="rId12" Type="http://schemas.microsoft.com/office/2016/11/relationships/changesInfo" Target="changesInfos/changesInfo1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notesMaster" Target="notesMasters/notesMaster1.xml"/><Relationship Id="rId11" Type="http://schemas.openxmlformats.org/officeDocument/2006/relationships/tableStyles" Target="tableStyles.xml"/><Relationship Id="rId5" Type="http://schemas.openxmlformats.org/officeDocument/2006/relationships/slide" Target="slides/slide4.xml"/><Relationship Id="rId10" Type="http://schemas.openxmlformats.org/officeDocument/2006/relationships/theme" Target="theme/theme1.xml"/><Relationship Id="rId4" Type="http://schemas.openxmlformats.org/officeDocument/2006/relationships/slide" Target="slides/slide3.xml"/><Relationship Id="rId9" Type="http://schemas.openxmlformats.org/officeDocument/2006/relationships/viewProps" Target="viewProps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臣至 伊藤" userId="dae741ba5854e3c4" providerId="LiveId" clId="{026C72E4-8439-4385-95D8-A9C94B79CE97}"/>
    <pc:docChg chg="undo redo custSel addSld delSld modSld sldOrd modNotesMaster modHandout">
      <pc:chgData name="臣至 伊藤" userId="dae741ba5854e3c4" providerId="LiveId" clId="{026C72E4-8439-4385-95D8-A9C94B79CE97}" dt="2024-06-07T02:08:47.458" v="6203"/>
      <pc:docMkLst>
        <pc:docMk/>
      </pc:docMkLst>
      <pc:sldChg chg="addSp delSp modSp mod ord">
        <pc:chgData name="臣至 伊藤" userId="dae741ba5854e3c4" providerId="LiveId" clId="{026C72E4-8439-4385-95D8-A9C94B79CE97}" dt="2024-06-07T02:03:52.713" v="6197" actId="20577"/>
        <pc:sldMkLst>
          <pc:docMk/>
          <pc:sldMk cId="141754421" sldId="256"/>
        </pc:sldMkLst>
        <pc:spChg chg="add mod">
          <ac:chgData name="臣至 伊藤" userId="dae741ba5854e3c4" providerId="LiveId" clId="{026C72E4-8439-4385-95D8-A9C94B79CE97}" dt="2024-02-09T16:04:45.980" v="4677" actId="1038"/>
          <ac:spMkLst>
            <pc:docMk/>
            <pc:sldMk cId="141754421" sldId="256"/>
            <ac:spMk id="2" creationId="{8EBB0AC7-939F-B432-98ED-6842593EAF89}"/>
          </ac:spMkLst>
        </pc:spChg>
        <pc:spChg chg="add mod">
          <ac:chgData name="臣至 伊藤" userId="dae741ba5854e3c4" providerId="LiveId" clId="{026C72E4-8439-4385-95D8-A9C94B79CE97}" dt="2024-06-07T01:26:10.367" v="5181" actId="20577"/>
          <ac:spMkLst>
            <pc:docMk/>
            <pc:sldMk cId="141754421" sldId="256"/>
            <ac:spMk id="3" creationId="{4036C680-AC1D-BA8F-84E7-96F69B57319C}"/>
          </ac:spMkLst>
        </pc:spChg>
        <pc:spChg chg="mod">
          <ac:chgData name="臣至 伊藤" userId="dae741ba5854e3c4" providerId="LiveId" clId="{026C72E4-8439-4385-95D8-A9C94B79CE97}" dt="2023-12-22T04:49:45.742" v="18" actId="1076"/>
          <ac:spMkLst>
            <pc:docMk/>
            <pc:sldMk cId="141754421" sldId="256"/>
            <ac:spMk id="4" creationId="{0F4617AB-4768-7549-9FC1-6194E4706137}"/>
          </ac:spMkLst>
        </pc:spChg>
        <pc:spChg chg="mod">
          <ac:chgData name="臣至 伊藤" userId="dae741ba5854e3c4" providerId="LiveId" clId="{026C72E4-8439-4385-95D8-A9C94B79CE97}" dt="2023-12-22T04:49:45.742" v="18" actId="1076"/>
          <ac:spMkLst>
            <pc:docMk/>
            <pc:sldMk cId="141754421" sldId="256"/>
            <ac:spMk id="6" creationId="{09BDB0DD-3FCE-3C5E-35AB-7EF133238AB3}"/>
          </ac:spMkLst>
        </pc:spChg>
        <pc:spChg chg="del mod">
          <ac:chgData name="臣至 伊藤" userId="dae741ba5854e3c4" providerId="LiveId" clId="{026C72E4-8439-4385-95D8-A9C94B79CE97}" dt="2023-12-22T05:01:16.133" v="138" actId="478"/>
          <ac:spMkLst>
            <pc:docMk/>
            <pc:sldMk cId="141754421" sldId="256"/>
            <ac:spMk id="8" creationId="{6993E5E3-2FD3-47EA-E0D7-ED8FBECC9C40}"/>
          </ac:spMkLst>
        </pc:spChg>
        <pc:spChg chg="del">
          <ac:chgData name="臣至 伊藤" userId="dae741ba5854e3c4" providerId="LiveId" clId="{026C72E4-8439-4385-95D8-A9C94B79CE97}" dt="2023-12-22T05:06:52.947" v="179" actId="478"/>
          <ac:spMkLst>
            <pc:docMk/>
            <pc:sldMk cId="141754421" sldId="256"/>
            <ac:spMk id="9" creationId="{6DF09ED1-592F-4548-F5BF-2084787C987E}"/>
          </ac:spMkLst>
        </pc:spChg>
        <pc:spChg chg="del mod">
          <ac:chgData name="臣至 伊藤" userId="dae741ba5854e3c4" providerId="LiveId" clId="{026C72E4-8439-4385-95D8-A9C94B79CE97}" dt="2023-12-22T05:06:57.388" v="181" actId="478"/>
          <ac:spMkLst>
            <pc:docMk/>
            <pc:sldMk cId="141754421" sldId="256"/>
            <ac:spMk id="10" creationId="{FCB5310E-0742-61D4-A829-A98E1A79092C}"/>
          </ac:spMkLst>
        </pc:spChg>
        <pc:spChg chg="mod">
          <ac:chgData name="臣至 伊藤" userId="dae741ba5854e3c4" providerId="LiveId" clId="{026C72E4-8439-4385-95D8-A9C94B79CE97}" dt="2024-02-01T16:14:25.096" v="4134" actId="1076"/>
          <ac:spMkLst>
            <pc:docMk/>
            <pc:sldMk cId="141754421" sldId="256"/>
            <ac:spMk id="11" creationId="{3AA00C76-A2DC-F7A5-35ED-ED03A2D110EA}"/>
          </ac:spMkLst>
        </pc:spChg>
        <pc:spChg chg="del">
          <ac:chgData name="臣至 伊藤" userId="dae741ba5854e3c4" providerId="LiveId" clId="{026C72E4-8439-4385-95D8-A9C94B79CE97}" dt="2023-12-22T05:01:27.021" v="141" actId="478"/>
          <ac:spMkLst>
            <pc:docMk/>
            <pc:sldMk cId="141754421" sldId="256"/>
            <ac:spMk id="12" creationId="{9E326BEA-0705-4E62-5667-3A227F6E233E}"/>
          </ac:spMkLst>
        </pc:spChg>
        <pc:spChg chg="mod">
          <ac:chgData name="臣至 伊藤" userId="dae741ba5854e3c4" providerId="LiveId" clId="{026C72E4-8439-4385-95D8-A9C94B79CE97}" dt="2024-01-30T22:22:48.875" v="2938" actId="14100"/>
          <ac:spMkLst>
            <pc:docMk/>
            <pc:sldMk cId="141754421" sldId="256"/>
            <ac:spMk id="13" creationId="{AFE3DBDC-990C-B722-71AB-99306D2D08A8}"/>
          </ac:spMkLst>
        </pc:spChg>
        <pc:spChg chg="mod">
          <ac:chgData name="臣至 伊藤" userId="dae741ba5854e3c4" providerId="LiveId" clId="{026C72E4-8439-4385-95D8-A9C94B79CE97}" dt="2024-02-09T16:03:01.193" v="4663" actId="1038"/>
          <ac:spMkLst>
            <pc:docMk/>
            <pc:sldMk cId="141754421" sldId="256"/>
            <ac:spMk id="14" creationId="{E6D26529-1E37-C2BA-CD04-09C3E189FEF1}"/>
          </ac:spMkLst>
        </pc:spChg>
        <pc:spChg chg="del mod">
          <ac:chgData name="臣至 伊藤" userId="dae741ba5854e3c4" providerId="LiveId" clId="{026C72E4-8439-4385-95D8-A9C94B79CE97}" dt="2024-02-09T16:04:32.676" v="4667" actId="478"/>
          <ac:spMkLst>
            <pc:docMk/>
            <pc:sldMk cId="141754421" sldId="256"/>
            <ac:spMk id="15" creationId="{BA69B41B-6BEF-2F81-5867-72FFA530DB0D}"/>
          </ac:spMkLst>
        </pc:spChg>
        <pc:spChg chg="del">
          <ac:chgData name="臣至 伊藤" userId="dae741ba5854e3c4" providerId="LiveId" clId="{026C72E4-8439-4385-95D8-A9C94B79CE97}" dt="2023-12-22T05:06:59.920" v="182" actId="478"/>
          <ac:spMkLst>
            <pc:docMk/>
            <pc:sldMk cId="141754421" sldId="256"/>
            <ac:spMk id="16" creationId="{23448F55-52FB-C836-2668-BDA406DEB2E8}"/>
          </ac:spMkLst>
        </pc:spChg>
        <pc:spChg chg="add del mod">
          <ac:chgData name="臣至 伊藤" userId="dae741ba5854e3c4" providerId="LiveId" clId="{026C72E4-8439-4385-95D8-A9C94B79CE97}" dt="2023-12-22T04:54:24.906" v="108"/>
          <ac:spMkLst>
            <pc:docMk/>
            <pc:sldMk cId="141754421" sldId="256"/>
            <ac:spMk id="22" creationId="{81D9C345-4AD5-9772-A10E-705D1A9CE68C}"/>
          </ac:spMkLst>
        </pc:spChg>
        <pc:spChg chg="add del mod">
          <ac:chgData name="臣至 伊藤" userId="dae741ba5854e3c4" providerId="LiveId" clId="{026C72E4-8439-4385-95D8-A9C94B79CE97}" dt="2023-12-22T04:55:02.943" v="113" actId="22"/>
          <ac:spMkLst>
            <pc:docMk/>
            <pc:sldMk cId="141754421" sldId="256"/>
            <ac:spMk id="24" creationId="{BF7B118B-1966-8693-6E43-5ECD6B74A368}"/>
          </ac:spMkLst>
        </pc:spChg>
        <pc:spChg chg="add del mod">
          <ac:chgData name="臣至 伊藤" userId="dae741ba5854e3c4" providerId="LiveId" clId="{026C72E4-8439-4385-95D8-A9C94B79CE97}" dt="2023-12-22T04:56:48.387" v="115"/>
          <ac:spMkLst>
            <pc:docMk/>
            <pc:sldMk cId="141754421" sldId="256"/>
            <ac:spMk id="26" creationId="{0A1E88D5-7608-156C-5700-E58C12AC0A46}"/>
          </ac:spMkLst>
        </pc:spChg>
        <pc:spChg chg="add mod">
          <ac:chgData name="臣至 伊藤" userId="dae741ba5854e3c4" providerId="LiveId" clId="{026C72E4-8439-4385-95D8-A9C94B79CE97}" dt="2024-02-09T16:01:47.967" v="4641" actId="1038"/>
          <ac:spMkLst>
            <pc:docMk/>
            <pc:sldMk cId="141754421" sldId="256"/>
            <ac:spMk id="28" creationId="{EF054CDC-C91A-F3FF-DD01-165CD9A4E7F0}"/>
          </ac:spMkLst>
        </pc:spChg>
        <pc:spChg chg="add mod">
          <ac:chgData name="臣至 伊藤" userId="dae741ba5854e3c4" providerId="LiveId" clId="{026C72E4-8439-4385-95D8-A9C94B79CE97}" dt="2024-02-16T14:05:26.840" v="4711" actId="14100"/>
          <ac:spMkLst>
            <pc:docMk/>
            <pc:sldMk cId="141754421" sldId="256"/>
            <ac:spMk id="30" creationId="{20EB85AC-B30E-894A-48D9-DF650904AB34}"/>
          </ac:spMkLst>
        </pc:spChg>
        <pc:spChg chg="add mod">
          <ac:chgData name="臣至 伊藤" userId="dae741ba5854e3c4" providerId="LiveId" clId="{026C72E4-8439-4385-95D8-A9C94B79CE97}" dt="2024-02-09T16:02:47.990" v="4659" actId="1037"/>
          <ac:spMkLst>
            <pc:docMk/>
            <pc:sldMk cId="141754421" sldId="256"/>
            <ac:spMk id="2050" creationId="{5702C9E6-E538-D21C-FB4D-1958D7B27AB2}"/>
          </ac:spMkLst>
        </pc:spChg>
        <pc:spChg chg="add mod">
          <ac:chgData name="臣至 伊藤" userId="dae741ba5854e3c4" providerId="LiveId" clId="{026C72E4-8439-4385-95D8-A9C94B79CE97}" dt="2024-01-30T22:28:56.467" v="3002" actId="14100"/>
          <ac:spMkLst>
            <pc:docMk/>
            <pc:sldMk cId="141754421" sldId="256"/>
            <ac:spMk id="2052" creationId="{DBE2AAF2-44AE-E5E9-57FF-02CEEC114920}"/>
          </ac:spMkLst>
        </pc:spChg>
        <pc:spChg chg="add del mod">
          <ac:chgData name="臣至 伊藤" userId="dae741ba5854e3c4" providerId="LiveId" clId="{026C72E4-8439-4385-95D8-A9C94B79CE97}" dt="2023-12-22T05:07:17.416" v="186" actId="478"/>
          <ac:spMkLst>
            <pc:docMk/>
            <pc:sldMk cId="141754421" sldId="256"/>
            <ac:spMk id="2053" creationId="{D9BDCA8B-3DFD-3517-9C41-A65A075B550C}"/>
          </ac:spMkLst>
        </pc:spChg>
        <pc:spChg chg="add mod">
          <ac:chgData name="臣至 伊藤" userId="dae741ba5854e3c4" providerId="LiveId" clId="{026C72E4-8439-4385-95D8-A9C94B79CE97}" dt="2024-02-09T16:02:35.643" v="4655" actId="1037"/>
          <ac:spMkLst>
            <pc:docMk/>
            <pc:sldMk cId="141754421" sldId="256"/>
            <ac:spMk id="2054" creationId="{6A4C245A-FE04-0CB3-EB96-12F0AEA76B79}"/>
          </ac:spMkLst>
        </pc:spChg>
        <pc:spChg chg="add del mod">
          <ac:chgData name="臣至 伊藤" userId="dae741ba5854e3c4" providerId="LiveId" clId="{026C72E4-8439-4385-95D8-A9C94B79CE97}" dt="2023-12-22T05:07:28.945" v="190" actId="478"/>
          <ac:spMkLst>
            <pc:docMk/>
            <pc:sldMk cId="141754421" sldId="256"/>
            <ac:spMk id="2056" creationId="{AFB4AD55-6D19-C1F6-2A16-AC66681997EC}"/>
          </ac:spMkLst>
        </pc:spChg>
        <pc:spChg chg="add del mod">
          <ac:chgData name="臣至 伊藤" userId="dae741ba5854e3c4" providerId="LiveId" clId="{026C72E4-8439-4385-95D8-A9C94B79CE97}" dt="2023-12-22T05:07:37.349" v="192" actId="478"/>
          <ac:spMkLst>
            <pc:docMk/>
            <pc:sldMk cId="141754421" sldId="256"/>
            <ac:spMk id="2057" creationId="{292B89BF-8365-698C-B218-2C1A85AA94FA}"/>
          </ac:spMkLst>
        </pc:spChg>
        <pc:spChg chg="add del mod">
          <ac:chgData name="臣至 伊藤" userId="dae741ba5854e3c4" providerId="LiveId" clId="{026C72E4-8439-4385-95D8-A9C94B79CE97}" dt="2024-02-01T15:11:53.189" v="3499" actId="478"/>
          <ac:spMkLst>
            <pc:docMk/>
            <pc:sldMk cId="141754421" sldId="256"/>
            <ac:spMk id="2059" creationId="{F75E13B0-7518-D3BC-7D24-31AEC47F461D}"/>
          </ac:spMkLst>
        </pc:spChg>
        <pc:spChg chg="add del mod">
          <ac:chgData name="臣至 伊藤" userId="dae741ba5854e3c4" providerId="LiveId" clId="{026C72E4-8439-4385-95D8-A9C94B79CE97}" dt="2023-12-22T05:07:25.602" v="189" actId="478"/>
          <ac:spMkLst>
            <pc:docMk/>
            <pc:sldMk cId="141754421" sldId="256"/>
            <ac:spMk id="2060" creationId="{DEFA3D82-529E-572D-EC2B-3EA8E7459872}"/>
          </ac:spMkLst>
        </pc:spChg>
        <pc:spChg chg="add del mod">
          <ac:chgData name="臣至 伊藤" userId="dae741ba5854e3c4" providerId="LiveId" clId="{026C72E4-8439-4385-95D8-A9C94B79CE97}" dt="2023-12-22T05:07:14.620" v="185" actId="478"/>
          <ac:spMkLst>
            <pc:docMk/>
            <pc:sldMk cId="141754421" sldId="256"/>
            <ac:spMk id="2061" creationId="{11A0470F-D8D3-90E8-2405-056DDA104760}"/>
          </ac:spMkLst>
        </pc:spChg>
        <pc:spChg chg="add mod">
          <ac:chgData name="臣至 伊藤" userId="dae741ba5854e3c4" providerId="LiveId" clId="{026C72E4-8439-4385-95D8-A9C94B79CE97}" dt="2024-01-30T22:28:56.467" v="3002" actId="14100"/>
          <ac:spMkLst>
            <pc:docMk/>
            <pc:sldMk cId="141754421" sldId="256"/>
            <ac:spMk id="2062" creationId="{A9B293A1-077C-8FCE-7221-F0A933D1E8B9}"/>
          </ac:spMkLst>
        </pc:spChg>
        <pc:spChg chg="add del mod">
          <ac:chgData name="臣至 伊藤" userId="dae741ba5854e3c4" providerId="LiveId" clId="{026C72E4-8439-4385-95D8-A9C94B79CE97}" dt="2024-02-01T16:13:29.375" v="4097" actId="478"/>
          <ac:spMkLst>
            <pc:docMk/>
            <pc:sldMk cId="141754421" sldId="256"/>
            <ac:spMk id="2063" creationId="{DC7EA793-2D27-9213-00B8-C061108EC71F}"/>
          </ac:spMkLst>
        </pc:spChg>
        <pc:spChg chg="add mod">
          <ac:chgData name="臣至 伊藤" userId="dae741ba5854e3c4" providerId="LiveId" clId="{026C72E4-8439-4385-95D8-A9C94B79CE97}" dt="2024-01-30T22:28:56.467" v="3002" actId="14100"/>
          <ac:spMkLst>
            <pc:docMk/>
            <pc:sldMk cId="141754421" sldId="256"/>
            <ac:spMk id="2064" creationId="{29955852-0FD2-3053-2D31-FEA2940ABFC8}"/>
          </ac:spMkLst>
        </pc:spChg>
        <pc:spChg chg="add mod">
          <ac:chgData name="臣至 伊藤" userId="dae741ba5854e3c4" providerId="LiveId" clId="{026C72E4-8439-4385-95D8-A9C94B79CE97}" dt="2024-01-30T22:28:56.467" v="3002" actId="14100"/>
          <ac:spMkLst>
            <pc:docMk/>
            <pc:sldMk cId="141754421" sldId="256"/>
            <ac:spMk id="2065" creationId="{D76B66DF-0728-D7B6-55C8-0F1CDD9E3A24}"/>
          </ac:spMkLst>
        </pc:spChg>
        <pc:spChg chg="add del mod">
          <ac:chgData name="臣至 伊藤" userId="dae741ba5854e3c4" providerId="LiveId" clId="{026C72E4-8439-4385-95D8-A9C94B79CE97}" dt="2024-02-01T15:24:48.730" v="3752" actId="478"/>
          <ac:spMkLst>
            <pc:docMk/>
            <pc:sldMk cId="141754421" sldId="256"/>
            <ac:spMk id="2066" creationId="{A9C0AE48-9DCB-5245-5E36-40432B1502AD}"/>
          </ac:spMkLst>
        </pc:spChg>
        <pc:spChg chg="add mod">
          <ac:chgData name="臣至 伊藤" userId="dae741ba5854e3c4" providerId="LiveId" clId="{026C72E4-8439-4385-95D8-A9C94B79CE97}" dt="2024-01-30T22:28:56.467" v="3002" actId="14100"/>
          <ac:spMkLst>
            <pc:docMk/>
            <pc:sldMk cId="141754421" sldId="256"/>
            <ac:spMk id="2067" creationId="{A2B4244D-7ABF-62B1-0B5B-5A2C20CFDCC5}"/>
          </ac:spMkLst>
        </pc:spChg>
        <pc:grpChg chg="add del mod">
          <ac:chgData name="臣至 伊藤" userId="dae741ba5854e3c4" providerId="LiveId" clId="{026C72E4-8439-4385-95D8-A9C94B79CE97}" dt="2024-02-01T16:09:26.829" v="4059" actId="1076"/>
          <ac:grpSpMkLst>
            <pc:docMk/>
            <pc:sldMk cId="141754421" sldId="256"/>
            <ac:grpSpMk id="7" creationId="{C9CA3ABA-561C-3692-EAA6-E8E3C38C0A1E}"/>
          </ac:grpSpMkLst>
        </pc:grpChg>
        <pc:grpChg chg="del mod">
          <ac:chgData name="臣至 伊藤" userId="dae741ba5854e3c4" providerId="LiveId" clId="{026C72E4-8439-4385-95D8-A9C94B79CE97}" dt="2023-12-22T04:53:10.123" v="88" actId="478"/>
          <ac:grpSpMkLst>
            <pc:docMk/>
            <pc:sldMk cId="141754421" sldId="256"/>
            <ac:grpSpMk id="17" creationId="{037B67E8-7D11-A64F-F265-ED8FBF9FE3D7}"/>
          </ac:grpSpMkLst>
        </pc:grpChg>
        <pc:grpChg chg="add del mod">
          <ac:chgData name="臣至 伊藤" userId="dae741ba5854e3c4" providerId="LiveId" clId="{026C72E4-8439-4385-95D8-A9C94B79CE97}" dt="2024-02-01T16:23:24.223" v="4243" actId="1037"/>
          <ac:grpSpMkLst>
            <pc:docMk/>
            <pc:sldMk cId="141754421" sldId="256"/>
            <ac:grpSpMk id="2051" creationId="{ADDD473D-6234-B410-EC47-1A8C452E1459}"/>
          </ac:grpSpMkLst>
        </pc:grpChg>
        <pc:graphicFrameChg chg="add del mod">
          <ac:chgData name="臣至 伊藤" userId="dae741ba5854e3c4" providerId="LiveId" clId="{026C72E4-8439-4385-95D8-A9C94B79CE97}" dt="2023-12-22T04:54:24.906" v="108"/>
          <ac:graphicFrameMkLst>
            <pc:docMk/>
            <pc:sldMk cId="141754421" sldId="256"/>
            <ac:graphicFrameMk id="21" creationId="{C4231AA0-D1C6-0C09-1D53-4BD5630C4E6A}"/>
          </ac:graphicFrameMkLst>
        </pc:graphicFrameChg>
        <pc:graphicFrameChg chg="add del mod">
          <ac:chgData name="臣至 伊藤" userId="dae741ba5854e3c4" providerId="LiveId" clId="{026C72E4-8439-4385-95D8-A9C94B79CE97}" dt="2023-12-22T04:56:48.387" v="115"/>
          <ac:graphicFrameMkLst>
            <pc:docMk/>
            <pc:sldMk cId="141754421" sldId="256"/>
            <ac:graphicFrameMk id="25" creationId="{5599FC09-1D71-9A2E-010C-4FFE86E0BCD4}"/>
          </ac:graphicFrameMkLst>
        </pc:graphicFrameChg>
        <pc:graphicFrameChg chg="add mod modGraphic">
          <ac:chgData name="臣至 伊藤" userId="dae741ba5854e3c4" providerId="LiveId" clId="{026C72E4-8439-4385-95D8-A9C94B79CE97}" dt="2024-04-04T01:39:31.505" v="5065" actId="20577"/>
          <ac:graphicFrameMkLst>
            <pc:docMk/>
            <pc:sldMk cId="141754421" sldId="256"/>
            <ac:graphicFrameMk id="27" creationId="{E504A253-88C4-4BE4-15A2-E4B6B34484AE}"/>
          </ac:graphicFrameMkLst>
        </pc:graphicFrameChg>
        <pc:graphicFrameChg chg="add mod modGraphic">
          <ac:chgData name="臣至 伊藤" userId="dae741ba5854e3c4" providerId="LiveId" clId="{026C72E4-8439-4385-95D8-A9C94B79CE97}" dt="2024-06-07T02:03:52.713" v="6197" actId="20577"/>
          <ac:graphicFrameMkLst>
            <pc:docMk/>
            <pc:sldMk cId="141754421" sldId="256"/>
            <ac:graphicFrameMk id="31" creationId="{13000AF6-BAA7-8792-A22E-4D14E378912C}"/>
          </ac:graphicFrameMkLst>
        </pc:graphicFrameChg>
        <pc:picChg chg="add mod ord">
          <ac:chgData name="臣至 伊藤" userId="dae741ba5854e3c4" providerId="LiveId" clId="{026C72E4-8439-4385-95D8-A9C94B79CE97}" dt="2024-02-01T16:13:20.403" v="4089" actId="14100"/>
          <ac:picMkLst>
            <pc:docMk/>
            <pc:sldMk cId="141754421" sldId="256"/>
            <ac:picMk id="6" creationId="{2A4E1E2C-89F6-CE91-AE5E-AED314ADD0B5}"/>
          </ac:picMkLst>
        </pc:picChg>
        <pc:picChg chg="add mod">
          <ac:chgData name="臣至 伊藤" userId="dae741ba5854e3c4" providerId="LiveId" clId="{026C72E4-8439-4385-95D8-A9C94B79CE97}" dt="2024-02-01T15:49:35.830" v="3914" actId="14100"/>
          <ac:picMkLst>
            <pc:docMk/>
            <pc:sldMk cId="141754421" sldId="256"/>
            <ac:picMk id="8" creationId="{320093E7-2025-0FD8-6B12-CB2F18A2B62B}"/>
          </ac:picMkLst>
        </pc:picChg>
        <pc:picChg chg="add mod ord">
          <ac:chgData name="臣至 伊藤" userId="dae741ba5854e3c4" providerId="LiveId" clId="{026C72E4-8439-4385-95D8-A9C94B79CE97}" dt="2024-02-01T16:13:34.428" v="4098" actId="14100"/>
          <ac:picMkLst>
            <pc:docMk/>
            <pc:sldMk cId="141754421" sldId="256"/>
            <ac:picMk id="9" creationId="{F79761DD-4563-A211-0A6A-1E989AB3A8F8}"/>
          </ac:picMkLst>
        </pc:picChg>
        <pc:picChg chg="add mod">
          <ac:chgData name="臣至 伊藤" userId="dae741ba5854e3c4" providerId="LiveId" clId="{026C72E4-8439-4385-95D8-A9C94B79CE97}" dt="2024-02-03T14:57:06.406" v="4298" actId="14100"/>
          <ac:picMkLst>
            <pc:docMk/>
            <pc:sldMk cId="141754421" sldId="256"/>
            <ac:picMk id="10" creationId="{7BA61630-9D0D-5DF2-550A-07537520F44C}"/>
          </ac:picMkLst>
        </pc:picChg>
        <pc:picChg chg="add mod ord">
          <ac:chgData name="臣至 伊藤" userId="dae741ba5854e3c4" providerId="LiveId" clId="{026C72E4-8439-4385-95D8-A9C94B79CE97}" dt="2024-02-01T15:25:07.029" v="3756" actId="14100"/>
          <ac:picMkLst>
            <pc:docMk/>
            <pc:sldMk cId="141754421" sldId="256"/>
            <ac:picMk id="12" creationId="{D8345395-CBDD-3297-BFD7-D4E463D8A374}"/>
          </ac:picMkLst>
        </pc:picChg>
        <pc:picChg chg="add mod ord">
          <ac:chgData name="臣至 伊藤" userId="dae741ba5854e3c4" providerId="LiveId" clId="{026C72E4-8439-4385-95D8-A9C94B79CE97}" dt="2024-02-03T14:58:12.054" v="4306" actId="14100"/>
          <ac:picMkLst>
            <pc:docMk/>
            <pc:sldMk cId="141754421" sldId="256"/>
            <ac:picMk id="17" creationId="{FDE52456-69C3-DA94-8BA2-CF9308A1F058}"/>
          </ac:picMkLst>
        </pc:picChg>
        <pc:picChg chg="del mod">
          <ac:chgData name="臣至 伊藤" userId="dae741ba5854e3c4" providerId="LiveId" clId="{026C72E4-8439-4385-95D8-A9C94B79CE97}" dt="2023-12-22T05:07:03.231" v="183" actId="478"/>
          <ac:picMkLst>
            <pc:docMk/>
            <pc:sldMk cId="141754421" sldId="256"/>
            <ac:picMk id="18" creationId="{7339C0DD-AED1-E416-EE53-07E0D58362A3}"/>
          </ac:picMkLst>
        </pc:picChg>
        <pc:picChg chg="add mod">
          <ac:chgData name="臣至 伊藤" userId="dae741ba5854e3c4" providerId="LiveId" clId="{026C72E4-8439-4385-95D8-A9C94B79CE97}" dt="2024-02-03T14:58:02.102" v="4305" actId="1076"/>
          <ac:picMkLst>
            <pc:docMk/>
            <pc:sldMk cId="141754421" sldId="256"/>
            <ac:picMk id="18" creationId="{FDDF559B-6847-93D7-5D3E-2A9B97B999AB}"/>
          </ac:picMkLst>
        </pc:picChg>
        <pc:picChg chg="add del mod ord">
          <ac:chgData name="臣至 伊藤" userId="dae741ba5854e3c4" providerId="LiveId" clId="{026C72E4-8439-4385-95D8-A9C94B79CE97}" dt="2024-02-01T15:24:24.256" v="3745" actId="478"/>
          <ac:picMkLst>
            <pc:docMk/>
            <pc:sldMk cId="141754421" sldId="256"/>
            <ac:picMk id="19" creationId="{AC3C45F8-E8E4-AC47-A70C-714C1B3D5DFA}"/>
          </ac:picMkLst>
        </pc:picChg>
        <pc:picChg chg="del">
          <ac:chgData name="臣至 伊藤" userId="dae741ba5854e3c4" providerId="LiveId" clId="{026C72E4-8439-4385-95D8-A9C94B79CE97}" dt="2023-12-22T05:00:53.931" v="134" actId="478"/>
          <ac:picMkLst>
            <pc:docMk/>
            <pc:sldMk cId="141754421" sldId="256"/>
            <ac:picMk id="19" creationId="{CEF14C93-9238-60D9-B6C8-56300DEED9C6}"/>
          </ac:picMkLst>
        </pc:picChg>
        <pc:picChg chg="add del mod">
          <ac:chgData name="臣至 伊藤" userId="dae741ba5854e3c4" providerId="LiveId" clId="{026C72E4-8439-4385-95D8-A9C94B79CE97}" dt="2023-12-22T04:53:48.810" v="96"/>
          <ac:picMkLst>
            <pc:docMk/>
            <pc:sldMk cId="141754421" sldId="256"/>
            <ac:picMk id="20" creationId="{9EFD973C-C7C8-D75B-54BA-8738D6B8FE46}"/>
          </ac:picMkLst>
        </pc:picChg>
        <pc:picChg chg="add del mod">
          <ac:chgData name="臣至 伊藤" userId="dae741ba5854e3c4" providerId="LiveId" clId="{026C72E4-8439-4385-95D8-A9C94B79CE97}" dt="2024-01-30T21:44:58.786" v="2701" actId="478"/>
          <ac:picMkLst>
            <pc:docMk/>
            <pc:sldMk cId="141754421" sldId="256"/>
            <ac:picMk id="21" creationId="{CAEE5454-2C33-DCBD-9663-5BCB058DD941}"/>
          </ac:picMkLst>
        </pc:picChg>
        <pc:picChg chg="add mod ord">
          <ac:chgData name="臣至 伊藤" userId="dae741ba5854e3c4" providerId="LiveId" clId="{026C72E4-8439-4385-95D8-A9C94B79CE97}" dt="2024-02-09T16:01:56.329" v="4646" actId="1038"/>
          <ac:picMkLst>
            <pc:docMk/>
            <pc:sldMk cId="141754421" sldId="256"/>
            <ac:picMk id="23" creationId="{4BEF9786-E291-89DF-DD22-A6EE15E02D7D}"/>
          </ac:picMkLst>
        </pc:picChg>
        <pc:picChg chg="add mod">
          <ac:chgData name="臣至 伊藤" userId="dae741ba5854e3c4" providerId="LiveId" clId="{026C72E4-8439-4385-95D8-A9C94B79CE97}" dt="2024-02-09T16:02:51.036" v="4661" actId="1037"/>
          <ac:picMkLst>
            <pc:docMk/>
            <pc:sldMk cId="141754421" sldId="256"/>
            <ac:picMk id="25" creationId="{FF55CBB9-7CCB-31B6-8203-EF2EBE38D25D}"/>
          </ac:picMkLst>
        </pc:picChg>
        <pc:picChg chg="add del mod">
          <ac:chgData name="臣至 伊藤" userId="dae741ba5854e3c4" providerId="LiveId" clId="{026C72E4-8439-4385-95D8-A9C94B79CE97}" dt="2024-01-30T21:46:03.367" v="2712" actId="478"/>
          <ac:picMkLst>
            <pc:docMk/>
            <pc:sldMk cId="141754421" sldId="256"/>
            <ac:picMk id="29" creationId="{3D97816B-01FF-8FAA-0436-86A5BA117E71}"/>
          </ac:picMkLst>
        </pc:picChg>
        <pc:picChg chg="add del mod">
          <ac:chgData name="臣至 伊藤" userId="dae741ba5854e3c4" providerId="LiveId" clId="{026C72E4-8439-4385-95D8-A9C94B79CE97}" dt="2024-01-30T21:47:04.402" v="2729" actId="478"/>
          <ac:picMkLst>
            <pc:docMk/>
            <pc:sldMk cId="141754421" sldId="256"/>
            <ac:picMk id="2048" creationId="{68C0FC5E-55DA-7B59-12DA-E03345ED07C0}"/>
          </ac:picMkLst>
        </pc:picChg>
        <pc:picChg chg="mod">
          <ac:chgData name="臣至 伊藤" userId="dae741ba5854e3c4" providerId="LiveId" clId="{026C72E4-8439-4385-95D8-A9C94B79CE97}" dt="2023-12-22T04:49:45.742" v="18" actId="1076"/>
          <ac:picMkLst>
            <pc:docMk/>
            <pc:sldMk cId="141754421" sldId="256"/>
            <ac:picMk id="2049" creationId="{2B44B9BD-BCCF-1C8A-CBFC-59190E8337B7}"/>
          </ac:picMkLst>
        </pc:picChg>
        <pc:picChg chg="add mod ord">
          <ac:chgData name="臣至 伊藤" userId="dae741ba5854e3c4" providerId="LiveId" clId="{026C72E4-8439-4385-95D8-A9C94B79CE97}" dt="2024-02-01T16:13:40.106" v="4099" actId="14100"/>
          <ac:picMkLst>
            <pc:docMk/>
            <pc:sldMk cId="141754421" sldId="256"/>
            <ac:picMk id="2049" creationId="{B714D923-F2E5-BF5B-4EA0-237A9F318C6E}"/>
          </ac:picMkLst>
        </pc:picChg>
        <pc:picChg chg="add del mod">
          <ac:chgData name="臣至 伊藤" userId="dae741ba5854e3c4" providerId="LiveId" clId="{026C72E4-8439-4385-95D8-A9C94B79CE97}" dt="2023-12-22T04:54:24.906" v="108"/>
          <ac:picMkLst>
            <pc:docMk/>
            <pc:sldMk cId="141754421" sldId="256"/>
            <ac:picMk id="2055" creationId="{06DD1718-B539-3649-DCEC-C0FAAEE53F87}"/>
          </ac:picMkLst>
        </pc:picChg>
        <pc:picChg chg="add del mod">
          <ac:chgData name="臣至 伊藤" userId="dae741ba5854e3c4" providerId="LiveId" clId="{026C72E4-8439-4385-95D8-A9C94B79CE97}" dt="2023-12-22T04:56:48.387" v="115"/>
          <ac:picMkLst>
            <pc:docMk/>
            <pc:sldMk cId="141754421" sldId="256"/>
            <ac:picMk id="2058" creationId="{5C82FDD4-B45D-96C0-4C9D-DD8E05ADF915}"/>
          </ac:picMkLst>
        </pc:picChg>
      </pc:sldChg>
      <pc:sldChg chg="addSp delSp modSp add mod chgLayout">
        <pc:chgData name="臣至 伊藤" userId="dae741ba5854e3c4" providerId="LiveId" clId="{026C72E4-8439-4385-95D8-A9C94B79CE97}" dt="2024-06-07T01:23:52.765" v="5095" actId="21"/>
        <pc:sldMkLst>
          <pc:docMk/>
          <pc:sldMk cId="1986900945" sldId="257"/>
        </pc:sldMkLst>
        <pc:spChg chg="add mod">
          <ac:chgData name="臣至 伊藤" userId="dae741ba5854e3c4" providerId="LiveId" clId="{026C72E4-8439-4385-95D8-A9C94B79CE97}" dt="2024-02-03T14:38:23.052" v="4274" actId="1035"/>
          <ac:spMkLst>
            <pc:docMk/>
            <pc:sldMk cId="1986900945" sldId="257"/>
            <ac:spMk id="2" creationId="{5372A70B-FF68-A4CE-CB5A-30F47A776B3A}"/>
          </ac:spMkLst>
        </pc:spChg>
        <pc:spChg chg="add mod">
          <ac:chgData name="臣至 伊藤" userId="dae741ba5854e3c4" providerId="LiveId" clId="{026C72E4-8439-4385-95D8-A9C94B79CE97}" dt="2024-02-03T14:38:28.043" v="4278" actId="1035"/>
          <ac:spMkLst>
            <pc:docMk/>
            <pc:sldMk cId="1986900945" sldId="257"/>
            <ac:spMk id="3" creationId="{24D6265F-DE31-C3C4-689A-99A1AD0E4CF9}"/>
          </ac:spMkLst>
        </pc:spChg>
        <pc:spChg chg="mod">
          <ac:chgData name="臣至 伊藤" userId="dae741ba5854e3c4" providerId="LiveId" clId="{026C72E4-8439-4385-95D8-A9C94B79CE97}" dt="2024-02-01T16:21:36.961" v="4202" actId="1076"/>
          <ac:spMkLst>
            <pc:docMk/>
            <pc:sldMk cId="1986900945" sldId="257"/>
            <ac:spMk id="4" creationId="{0F4617AB-4768-7549-9FC1-6194E4706137}"/>
          </ac:spMkLst>
        </pc:spChg>
        <pc:spChg chg="mod">
          <ac:chgData name="臣至 伊藤" userId="dae741ba5854e3c4" providerId="LiveId" clId="{026C72E4-8439-4385-95D8-A9C94B79CE97}" dt="2024-02-03T15:44:16.890" v="4388" actId="20577"/>
          <ac:spMkLst>
            <pc:docMk/>
            <pc:sldMk cId="1986900945" sldId="257"/>
            <ac:spMk id="6" creationId="{09BDB0DD-3FCE-3C5E-35AB-7EF133238AB3}"/>
          </ac:spMkLst>
        </pc:spChg>
        <pc:spChg chg="del mod">
          <ac:chgData name="臣至 伊藤" userId="dae741ba5854e3c4" providerId="LiveId" clId="{026C72E4-8439-4385-95D8-A9C94B79CE97}" dt="2024-01-30T21:38:37.111" v="2642" actId="478"/>
          <ac:spMkLst>
            <pc:docMk/>
            <pc:sldMk cId="1986900945" sldId="257"/>
            <ac:spMk id="8" creationId="{6993E5E3-2FD3-47EA-E0D7-ED8FBECC9C40}"/>
          </ac:spMkLst>
        </pc:spChg>
        <pc:spChg chg="mod">
          <ac:chgData name="臣至 伊藤" userId="dae741ba5854e3c4" providerId="LiveId" clId="{026C72E4-8439-4385-95D8-A9C94B79CE97}" dt="2024-01-30T22:40:49.245" v="3207" actId="1035"/>
          <ac:spMkLst>
            <pc:docMk/>
            <pc:sldMk cId="1986900945" sldId="257"/>
            <ac:spMk id="9" creationId="{6DF09ED1-592F-4548-F5BF-2084787C987E}"/>
          </ac:spMkLst>
        </pc:spChg>
        <pc:spChg chg="mod">
          <ac:chgData name="臣至 伊藤" userId="dae741ba5854e3c4" providerId="LiveId" clId="{026C72E4-8439-4385-95D8-A9C94B79CE97}" dt="2024-01-30T22:40:49.245" v="3207" actId="1035"/>
          <ac:spMkLst>
            <pc:docMk/>
            <pc:sldMk cId="1986900945" sldId="257"/>
            <ac:spMk id="10" creationId="{FCB5310E-0742-61D4-A829-A98E1A79092C}"/>
          </ac:spMkLst>
        </pc:spChg>
        <pc:spChg chg="mod">
          <ac:chgData name="臣至 伊藤" userId="dae741ba5854e3c4" providerId="LiveId" clId="{026C72E4-8439-4385-95D8-A9C94B79CE97}" dt="2024-01-30T22:40:49.245" v="3207" actId="1035"/>
          <ac:spMkLst>
            <pc:docMk/>
            <pc:sldMk cId="1986900945" sldId="257"/>
            <ac:spMk id="11" creationId="{3AA00C76-A2DC-F7A5-35ED-ED03A2D110EA}"/>
          </ac:spMkLst>
        </pc:spChg>
        <pc:spChg chg="del mod">
          <ac:chgData name="臣至 伊藤" userId="dae741ba5854e3c4" providerId="LiveId" clId="{026C72E4-8439-4385-95D8-A9C94B79CE97}" dt="2024-01-30T21:39:03.011" v="2646" actId="478"/>
          <ac:spMkLst>
            <pc:docMk/>
            <pc:sldMk cId="1986900945" sldId="257"/>
            <ac:spMk id="12" creationId="{9E326BEA-0705-4E62-5667-3A227F6E233E}"/>
          </ac:spMkLst>
        </pc:spChg>
        <pc:spChg chg="del mod">
          <ac:chgData name="臣至 伊藤" userId="dae741ba5854e3c4" providerId="LiveId" clId="{026C72E4-8439-4385-95D8-A9C94B79CE97}" dt="2024-02-01T16:19:25.446" v="4164" actId="478"/>
          <ac:spMkLst>
            <pc:docMk/>
            <pc:sldMk cId="1986900945" sldId="257"/>
            <ac:spMk id="13" creationId="{AFE3DBDC-990C-B722-71AB-99306D2D08A8}"/>
          </ac:spMkLst>
        </pc:spChg>
        <pc:spChg chg="mod">
          <ac:chgData name="臣至 伊藤" userId="dae741ba5854e3c4" providerId="LiveId" clId="{026C72E4-8439-4385-95D8-A9C94B79CE97}" dt="2024-02-01T16:15:27.996" v="4137" actId="14100"/>
          <ac:spMkLst>
            <pc:docMk/>
            <pc:sldMk cId="1986900945" sldId="257"/>
            <ac:spMk id="14" creationId="{E6D26529-1E37-C2BA-CD04-09C3E189FEF1}"/>
          </ac:spMkLst>
        </pc:spChg>
        <pc:spChg chg="mod">
          <ac:chgData name="臣至 伊藤" userId="dae741ba5854e3c4" providerId="LiveId" clId="{026C72E4-8439-4385-95D8-A9C94B79CE97}" dt="2024-02-01T16:17:13.673" v="4153" actId="14100"/>
          <ac:spMkLst>
            <pc:docMk/>
            <pc:sldMk cId="1986900945" sldId="257"/>
            <ac:spMk id="15" creationId="{BA69B41B-6BEF-2F81-5867-72FFA530DB0D}"/>
          </ac:spMkLst>
        </pc:spChg>
        <pc:spChg chg="del mod">
          <ac:chgData name="臣至 伊藤" userId="dae741ba5854e3c4" providerId="LiveId" clId="{026C72E4-8439-4385-95D8-A9C94B79CE97}" dt="2024-01-30T21:39:22.825" v="2649" actId="478"/>
          <ac:spMkLst>
            <pc:docMk/>
            <pc:sldMk cId="1986900945" sldId="257"/>
            <ac:spMk id="16" creationId="{23448F55-52FB-C836-2668-BDA406DEB2E8}"/>
          </ac:spMkLst>
        </pc:spChg>
        <pc:spChg chg="add mod">
          <ac:chgData name="臣至 伊藤" userId="dae741ba5854e3c4" providerId="LiveId" clId="{026C72E4-8439-4385-95D8-A9C94B79CE97}" dt="2024-02-16T14:00:26.522" v="4692" actId="207"/>
          <ac:spMkLst>
            <pc:docMk/>
            <pc:sldMk cId="1986900945" sldId="257"/>
            <ac:spMk id="20" creationId="{CA74A620-ED83-2224-FBF2-0844E5FE2462}"/>
          </ac:spMkLst>
        </pc:spChg>
        <pc:spChg chg="add del mod">
          <ac:chgData name="臣至 伊藤" userId="dae741ba5854e3c4" providerId="LiveId" clId="{026C72E4-8439-4385-95D8-A9C94B79CE97}" dt="2024-01-30T21:52:14.914" v="2774" actId="478"/>
          <ac:spMkLst>
            <pc:docMk/>
            <pc:sldMk cId="1986900945" sldId="257"/>
            <ac:spMk id="21" creationId="{8EBB0AC7-939F-B432-98ED-6842593EAF89}"/>
          </ac:spMkLst>
        </pc:spChg>
        <pc:spChg chg="add del mod ord">
          <ac:chgData name="臣至 伊藤" userId="dae741ba5854e3c4" providerId="LiveId" clId="{026C72E4-8439-4385-95D8-A9C94B79CE97}" dt="2024-01-30T22:09:50.612" v="2850" actId="6264"/>
          <ac:spMkLst>
            <pc:docMk/>
            <pc:sldMk cId="1986900945" sldId="257"/>
            <ac:spMk id="2048" creationId="{76D3B5CC-A0E4-CEF6-2332-5822E96C4054}"/>
          </ac:spMkLst>
        </pc:spChg>
        <pc:spChg chg="add del mod ord">
          <ac:chgData name="臣至 伊藤" userId="dae741ba5854e3c4" providerId="LiveId" clId="{026C72E4-8439-4385-95D8-A9C94B79CE97}" dt="2024-01-30T22:09:50.612" v="2850" actId="6264"/>
          <ac:spMkLst>
            <pc:docMk/>
            <pc:sldMk cId="1986900945" sldId="257"/>
            <ac:spMk id="2050" creationId="{00595D94-D197-E130-2BED-E31B9CC5B228}"/>
          </ac:spMkLst>
        </pc:spChg>
        <pc:grpChg chg="add del mod">
          <ac:chgData name="臣至 伊藤" userId="dae741ba5854e3c4" providerId="LiveId" clId="{026C72E4-8439-4385-95D8-A9C94B79CE97}" dt="2024-02-01T16:17:35.583" v="4155" actId="14100"/>
          <ac:grpSpMkLst>
            <pc:docMk/>
            <pc:sldMk cId="1986900945" sldId="257"/>
            <ac:grpSpMk id="7" creationId="{C9CA3ABA-561C-3692-EAA6-E8E3C38C0A1E}"/>
          </ac:grpSpMkLst>
        </pc:grpChg>
        <pc:grpChg chg="mod">
          <ac:chgData name="臣至 伊藤" userId="dae741ba5854e3c4" providerId="LiveId" clId="{026C72E4-8439-4385-95D8-A9C94B79CE97}" dt="2024-02-01T16:21:36.961" v="4202" actId="1076"/>
          <ac:grpSpMkLst>
            <pc:docMk/>
            <pc:sldMk cId="1986900945" sldId="257"/>
            <ac:grpSpMk id="17" creationId="{037B67E8-7D11-A64F-F265-ED8FBF9FE3D7}"/>
          </ac:grpSpMkLst>
        </pc:grpChg>
        <pc:picChg chg="add mod ord">
          <ac:chgData name="臣至 伊藤" userId="dae741ba5854e3c4" providerId="LiveId" clId="{026C72E4-8439-4385-95D8-A9C94B79CE97}" dt="2024-02-16T14:06:32.420" v="4716" actId="14100"/>
          <ac:picMkLst>
            <pc:docMk/>
            <pc:sldMk cId="1986900945" sldId="257"/>
            <ac:picMk id="12" creationId="{5C6AC080-6076-DC7F-FF72-97A09D42DE3A}"/>
          </ac:picMkLst>
        </pc:picChg>
        <pc:picChg chg="add del mod">
          <ac:chgData name="臣至 伊藤" userId="dae741ba5854e3c4" providerId="LiveId" clId="{026C72E4-8439-4385-95D8-A9C94B79CE97}" dt="2024-06-07T01:23:21.977" v="5089" actId="21"/>
          <ac:picMkLst>
            <pc:docMk/>
            <pc:sldMk cId="1986900945" sldId="257"/>
            <ac:picMk id="13" creationId="{86E39606-BBF0-405D-A6A9-E73EB9E613EE}"/>
          </ac:picMkLst>
        </pc:picChg>
        <pc:picChg chg="add mod">
          <ac:chgData name="臣至 伊藤" userId="dae741ba5854e3c4" providerId="LiveId" clId="{026C72E4-8439-4385-95D8-A9C94B79CE97}" dt="2024-06-07T01:23:47.275" v="5094" actId="14100"/>
          <ac:picMkLst>
            <pc:docMk/>
            <pc:sldMk cId="1986900945" sldId="257"/>
            <ac:picMk id="16" creationId="{9108698A-549A-2CEF-2FFC-33BC00277853}"/>
          </ac:picMkLst>
        </pc:picChg>
        <pc:picChg chg="add mod">
          <ac:chgData name="臣至 伊藤" userId="dae741ba5854e3c4" providerId="LiveId" clId="{026C72E4-8439-4385-95D8-A9C94B79CE97}" dt="2024-02-01T16:15:55.109" v="4147" actId="1076"/>
          <ac:picMkLst>
            <pc:docMk/>
            <pc:sldMk cId="1986900945" sldId="257"/>
            <ac:picMk id="18" creationId="{4D65E76D-0A60-23F6-F222-8E9E753EFD87}"/>
          </ac:picMkLst>
        </pc:picChg>
        <pc:picChg chg="del mod">
          <ac:chgData name="臣至 伊藤" userId="dae741ba5854e3c4" providerId="LiveId" clId="{026C72E4-8439-4385-95D8-A9C94B79CE97}" dt="2024-01-30T21:51:18.348" v="2768" actId="478"/>
          <ac:picMkLst>
            <pc:docMk/>
            <pc:sldMk cId="1986900945" sldId="257"/>
            <ac:picMk id="18" creationId="{7339C0DD-AED1-E416-EE53-07E0D58362A3}"/>
          </ac:picMkLst>
        </pc:picChg>
        <pc:picChg chg="del mod">
          <ac:chgData name="臣至 伊藤" userId="dae741ba5854e3c4" providerId="LiveId" clId="{026C72E4-8439-4385-95D8-A9C94B79CE97}" dt="2024-01-30T21:54:49.623" v="2816" actId="478"/>
          <ac:picMkLst>
            <pc:docMk/>
            <pc:sldMk cId="1986900945" sldId="257"/>
            <ac:picMk id="19" creationId="{CEF14C93-9238-60D9-B6C8-56300DEED9C6}"/>
          </ac:picMkLst>
        </pc:picChg>
        <pc:picChg chg="add del mod">
          <ac:chgData name="臣至 伊藤" userId="dae741ba5854e3c4" providerId="LiveId" clId="{026C72E4-8439-4385-95D8-A9C94B79CE97}" dt="2024-06-07T01:23:52.765" v="5095" actId="21"/>
          <ac:picMkLst>
            <pc:docMk/>
            <pc:sldMk cId="1986900945" sldId="257"/>
            <ac:picMk id="19" creationId="{E8A8C9C2-9D6D-7D89-D04A-FFEA1673B19D}"/>
          </ac:picMkLst>
        </pc:picChg>
        <pc:picChg chg="add del mod ord">
          <ac:chgData name="臣至 伊藤" userId="dae741ba5854e3c4" providerId="LiveId" clId="{026C72E4-8439-4385-95D8-A9C94B79CE97}" dt="2024-02-01T14:57:56.250" v="3245" actId="478"/>
          <ac:picMkLst>
            <pc:docMk/>
            <pc:sldMk cId="1986900945" sldId="257"/>
            <ac:picMk id="23" creationId="{4E0B8A1D-A24D-C9B9-C393-36C6E14C4DD5}"/>
          </ac:picMkLst>
        </pc:picChg>
        <pc:picChg chg="add mod ord">
          <ac:chgData name="臣至 伊藤" userId="dae741ba5854e3c4" providerId="LiveId" clId="{026C72E4-8439-4385-95D8-A9C94B79CE97}" dt="2024-01-30T22:37:10.966" v="3123" actId="1035"/>
          <ac:picMkLst>
            <pc:docMk/>
            <pc:sldMk cId="1986900945" sldId="257"/>
            <ac:picMk id="25" creationId="{914F7A7A-AA88-E7CD-EBD9-7FDD0399E16E}"/>
          </ac:picMkLst>
        </pc:picChg>
        <pc:picChg chg="add mod">
          <ac:chgData name="臣至 伊藤" userId="dae741ba5854e3c4" providerId="LiveId" clId="{026C72E4-8439-4385-95D8-A9C94B79CE97}" dt="2024-02-01T16:20:42.591" v="4190" actId="1038"/>
          <ac:picMkLst>
            <pc:docMk/>
            <pc:sldMk cId="1986900945" sldId="257"/>
            <ac:picMk id="27" creationId="{852759D8-2722-CA16-98F5-EDC2173C16A7}"/>
          </ac:picMkLst>
        </pc:picChg>
        <pc:picChg chg="add mod">
          <ac:chgData name="臣至 伊藤" userId="dae741ba5854e3c4" providerId="LiveId" clId="{026C72E4-8439-4385-95D8-A9C94B79CE97}" dt="2024-01-30T22:15:07.731" v="2905" actId="1038"/>
          <ac:picMkLst>
            <pc:docMk/>
            <pc:sldMk cId="1986900945" sldId="257"/>
            <ac:picMk id="29" creationId="{21A33DDB-70E6-51D4-0B35-9F8CB86B5F64}"/>
          </ac:picMkLst>
        </pc:picChg>
        <pc:picChg chg="add del mod">
          <ac:chgData name="臣至 伊藤" userId="dae741ba5854e3c4" providerId="LiveId" clId="{026C72E4-8439-4385-95D8-A9C94B79CE97}" dt="2024-02-01T14:59:01.989" v="3252" actId="478"/>
          <ac:picMkLst>
            <pc:docMk/>
            <pc:sldMk cId="1986900945" sldId="257"/>
            <ac:picMk id="31" creationId="{4C168790-15AF-9AD7-D3C1-D0FAC6F1B95D}"/>
          </ac:picMkLst>
        </pc:picChg>
        <pc:picChg chg="del mod">
          <ac:chgData name="臣至 伊藤" userId="dae741ba5854e3c4" providerId="LiveId" clId="{026C72E4-8439-4385-95D8-A9C94B79CE97}" dt="2024-01-30T21:50:40.060" v="2758" actId="478"/>
          <ac:picMkLst>
            <pc:docMk/>
            <pc:sldMk cId="1986900945" sldId="257"/>
            <ac:picMk id="2049" creationId="{2B44B9BD-BCCF-1C8A-CBFC-59190E8337B7}"/>
          </ac:picMkLst>
        </pc:picChg>
      </pc:sldChg>
      <pc:sldChg chg="new del">
        <pc:chgData name="臣至 伊藤" userId="dae741ba5854e3c4" providerId="LiveId" clId="{026C72E4-8439-4385-95D8-A9C94B79CE97}" dt="2024-01-30T21:47:24.960" v="2734" actId="680"/>
        <pc:sldMkLst>
          <pc:docMk/>
          <pc:sldMk cId="670316647" sldId="258"/>
        </pc:sldMkLst>
      </pc:sldChg>
      <pc:sldChg chg="add del">
        <pc:chgData name="臣至 伊藤" userId="dae741ba5854e3c4" providerId="LiveId" clId="{026C72E4-8439-4385-95D8-A9C94B79CE97}" dt="2024-02-16T13:59:29.049" v="4686" actId="47"/>
        <pc:sldMkLst>
          <pc:docMk/>
          <pc:sldMk cId="2298486578" sldId="258"/>
        </pc:sldMkLst>
      </pc:sldChg>
      <pc:sldChg chg="new del">
        <pc:chgData name="臣至 伊藤" userId="dae741ba5854e3c4" providerId="LiveId" clId="{026C72E4-8439-4385-95D8-A9C94B79CE97}" dt="2024-01-30T21:50:10.519" v="2751" actId="680"/>
        <pc:sldMkLst>
          <pc:docMk/>
          <pc:sldMk cId="3368064996" sldId="258"/>
        </pc:sldMkLst>
      </pc:sldChg>
      <pc:sldChg chg="add">
        <pc:chgData name="臣至 伊藤" userId="dae741ba5854e3c4" providerId="LiveId" clId="{026C72E4-8439-4385-95D8-A9C94B79CE97}" dt="2024-06-07T02:08:36.059" v="6200" actId="2890"/>
        <pc:sldMkLst>
          <pc:docMk/>
          <pc:sldMk cId="3583440007" sldId="258"/>
        </pc:sldMkLst>
      </pc:sldChg>
      <pc:sldChg chg="add del">
        <pc:chgData name="臣至 伊藤" userId="dae741ba5854e3c4" providerId="LiveId" clId="{026C72E4-8439-4385-95D8-A9C94B79CE97}" dt="2024-02-16T13:58:37.682" v="4681" actId="47"/>
        <pc:sldMkLst>
          <pc:docMk/>
          <pc:sldMk cId="1417379406" sldId="259"/>
        </pc:sldMkLst>
      </pc:sldChg>
      <pc:sldChg chg="add ord">
        <pc:chgData name="臣至 伊藤" userId="dae741ba5854e3c4" providerId="LiveId" clId="{026C72E4-8439-4385-95D8-A9C94B79CE97}" dt="2024-06-07T02:08:47.458" v="6203"/>
        <pc:sldMkLst>
          <pc:docMk/>
          <pc:sldMk cId="1834779392" sldId="259"/>
        </pc:sldMkLst>
      </pc:sldChg>
      <pc:sldChg chg="add del">
        <pc:chgData name="臣至 伊藤" userId="dae741ba5854e3c4" providerId="LiveId" clId="{026C72E4-8439-4385-95D8-A9C94B79CE97}" dt="2024-02-16T13:59:40.359" v="4690" actId="47"/>
        <pc:sldMkLst>
          <pc:docMk/>
          <pc:sldMk cId="2161287246" sldId="259"/>
        </pc:sldMkLst>
      </pc:sldChg>
      <pc:sldChg chg="add del">
        <pc:chgData name="臣至 伊藤" userId="dae741ba5854e3c4" providerId="LiveId" clId="{026C72E4-8439-4385-95D8-A9C94B79CE97}" dt="2024-02-16T13:59:33.860" v="4687" actId="47"/>
        <pc:sldMkLst>
          <pc:docMk/>
          <pc:sldMk cId="151399211" sldId="260"/>
        </pc:sldMkLst>
      </pc:sldChg>
      <pc:sldChg chg="modSp add del mod">
        <pc:chgData name="臣至 伊藤" userId="dae741ba5854e3c4" providerId="LiveId" clId="{026C72E4-8439-4385-95D8-A9C94B79CE97}" dt="2024-02-29T14:40:47.643" v="4930" actId="2696"/>
        <pc:sldMkLst>
          <pc:docMk/>
          <pc:sldMk cId="2738667664" sldId="261"/>
        </pc:sldMkLst>
        <pc:spChg chg="mod">
          <ac:chgData name="臣至 伊藤" userId="dae741ba5854e3c4" providerId="LiveId" clId="{026C72E4-8439-4385-95D8-A9C94B79CE97}" dt="2024-02-16T14:05:12.937" v="4710" actId="14100"/>
          <ac:spMkLst>
            <pc:docMk/>
            <pc:sldMk cId="2738667664" sldId="261"/>
            <ac:spMk id="30" creationId="{855B2A65-7046-A400-D612-5FF4A9FA6EBA}"/>
          </ac:spMkLst>
        </pc:spChg>
      </pc:sldChg>
      <pc:sldChg chg="addSp modSp add del mod">
        <pc:chgData name="臣至 伊藤" userId="dae741ba5854e3c4" providerId="LiveId" clId="{026C72E4-8439-4385-95D8-A9C94B79CE97}" dt="2024-06-07T02:08:30.208" v="6199" actId="2696"/>
        <pc:sldMkLst>
          <pc:docMk/>
          <pc:sldMk cId="2992768852" sldId="262"/>
        </pc:sldMkLst>
        <pc:spChg chg="mod">
          <ac:chgData name="臣至 伊藤" userId="dae741ba5854e3c4" providerId="LiveId" clId="{026C72E4-8439-4385-95D8-A9C94B79CE97}" dt="2024-02-16T14:00:14.947" v="4691" actId="207"/>
          <ac:spMkLst>
            <pc:docMk/>
            <pc:sldMk cId="2992768852" sldId="262"/>
            <ac:spMk id="20" creationId="{B63E8CD9-5A76-D382-9DBF-46FF0F38D889}"/>
          </ac:spMkLst>
        </pc:spChg>
        <pc:picChg chg="add mod">
          <ac:chgData name="臣至 伊藤" userId="dae741ba5854e3c4" providerId="LiveId" clId="{026C72E4-8439-4385-95D8-A9C94B79CE97}" dt="2024-02-22T03:40:20.739" v="4759"/>
          <ac:picMkLst>
            <pc:docMk/>
            <pc:sldMk cId="2992768852" sldId="262"/>
            <ac:picMk id="8" creationId="{51AF4682-A29E-1BE1-0AA3-889EBE68425C}"/>
          </ac:picMkLst>
        </pc:picChg>
        <pc:picChg chg="mod">
          <ac:chgData name="臣至 伊藤" userId="dae741ba5854e3c4" providerId="LiveId" clId="{026C72E4-8439-4385-95D8-A9C94B79CE97}" dt="2024-02-16T14:06:31.061" v="4715" actId="14100"/>
          <ac:picMkLst>
            <pc:docMk/>
            <pc:sldMk cId="2992768852" sldId="262"/>
            <ac:picMk id="12" creationId="{8598854B-2FBF-8717-3E4E-1F669EC06849}"/>
          </ac:picMkLst>
        </pc:picChg>
        <pc:picChg chg="add mod">
          <ac:chgData name="臣至 伊藤" userId="dae741ba5854e3c4" providerId="LiveId" clId="{026C72E4-8439-4385-95D8-A9C94B79CE97}" dt="2024-02-22T03:40:20.739" v="4759"/>
          <ac:picMkLst>
            <pc:docMk/>
            <pc:sldMk cId="2992768852" sldId="262"/>
            <ac:picMk id="13" creationId="{38162BFA-616D-415E-3EC3-1079D8CAEA8E}"/>
          </ac:picMkLst>
        </pc:picChg>
      </pc:sldChg>
      <pc:sldChg chg="addSp modSp add del mod">
        <pc:chgData name="臣至 伊藤" userId="dae741ba5854e3c4" providerId="LiveId" clId="{026C72E4-8439-4385-95D8-A9C94B79CE97}" dt="2024-06-07T02:08:25.935" v="6198" actId="2696"/>
        <pc:sldMkLst>
          <pc:docMk/>
          <pc:sldMk cId="1531366641" sldId="263"/>
        </pc:sldMkLst>
        <pc:graphicFrameChg chg="add mod">
          <ac:chgData name="臣至 伊藤" userId="dae741ba5854e3c4" providerId="LiveId" clId="{026C72E4-8439-4385-95D8-A9C94B79CE97}" dt="2024-04-04T01:40:55.326" v="5083" actId="1038"/>
          <ac:graphicFrameMkLst>
            <pc:docMk/>
            <pc:sldMk cId="1531366641" sldId="263"/>
            <ac:graphicFrameMk id="4" creationId="{EB26D059-180F-B00A-BBF6-8C9EBA845F73}"/>
          </ac:graphicFrameMkLst>
        </pc:graphicFrameChg>
        <pc:graphicFrameChg chg="modGraphic">
          <ac:chgData name="臣至 伊藤" userId="dae741ba5854e3c4" providerId="LiveId" clId="{026C72E4-8439-4385-95D8-A9C94B79CE97}" dt="2024-04-04T01:39:49.384" v="5078" actId="20577"/>
          <ac:graphicFrameMkLst>
            <pc:docMk/>
            <pc:sldMk cId="1531366641" sldId="263"/>
            <ac:graphicFrameMk id="27" creationId="{5AB96438-BA5D-D62F-7F76-9B5606B15DC9}"/>
          </ac:graphicFrameMkLst>
        </pc:graphicFrameChg>
        <pc:graphicFrameChg chg="modGraphic">
          <ac:chgData name="臣至 伊藤" userId="dae741ba5854e3c4" providerId="LiveId" clId="{026C72E4-8439-4385-95D8-A9C94B79CE97}" dt="2024-03-08T03:27:20.415" v="4946" actId="20577"/>
          <ac:graphicFrameMkLst>
            <pc:docMk/>
            <pc:sldMk cId="1531366641" sldId="263"/>
            <ac:graphicFrameMk id="31" creationId="{4290AC59-60E8-6BA8-CAFC-B3000F60B60A}"/>
          </ac:graphicFrameMkLst>
        </pc:graphicFrameChg>
      </pc:sldChg>
    </pc:docChg>
  </pc:docChgLst>
</pc:chgInfo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ヘッダー プレースホルダー 1">
            <a:extLst>
              <a:ext uri="{FF2B5EF4-FFF2-40B4-BE49-F238E27FC236}">
                <a16:creationId xmlns:a16="http://schemas.microsoft.com/office/drawing/2014/main" id="{C940BAA2-9B61-EEF3-591F-B7B0C7F7662F}"/>
              </a:ext>
            </a:extLst>
          </p:cNvPr>
          <p:cNvSpPr>
            <a:spLocks noGrp="1"/>
          </p:cNvSpPr>
          <p:nvPr>
            <p:ph type="hdr" sz="quarter"/>
          </p:nvPr>
        </p:nvSpPr>
        <p:spPr>
          <a:xfrm>
            <a:off x="0" y="4"/>
            <a:ext cx="2971291" cy="495626"/>
          </a:xfrm>
          <a:prstGeom prst="rect">
            <a:avLst/>
          </a:prstGeom>
        </p:spPr>
        <p:txBody>
          <a:bodyPr vert="horz" lIns="88076" tIns="44039" rIns="88076" bIns="44039" rtlCol="0"/>
          <a:lstStyle>
            <a:lvl1pPr algn="l">
              <a:defRPr sz="1300"/>
            </a:lvl1pPr>
          </a:lstStyle>
          <a:p>
            <a:endParaRPr kumimoji="1" lang="ja-JP" altLang="en-US"/>
          </a:p>
        </p:txBody>
      </p:sp>
      <p:sp>
        <p:nvSpPr>
          <p:cNvPr id="3" name="日付プレースホルダー 2">
            <a:extLst>
              <a:ext uri="{FF2B5EF4-FFF2-40B4-BE49-F238E27FC236}">
                <a16:creationId xmlns:a16="http://schemas.microsoft.com/office/drawing/2014/main" id="{A1B0804C-8989-4270-C604-83C934CA8BCF}"/>
              </a:ext>
            </a:extLst>
          </p:cNvPr>
          <p:cNvSpPr>
            <a:spLocks noGrp="1"/>
          </p:cNvSpPr>
          <p:nvPr>
            <p:ph type="dt" sz="quarter" idx="1"/>
          </p:nvPr>
        </p:nvSpPr>
        <p:spPr>
          <a:xfrm>
            <a:off x="3885186" y="4"/>
            <a:ext cx="2971291" cy="495626"/>
          </a:xfrm>
          <a:prstGeom prst="rect">
            <a:avLst/>
          </a:prstGeom>
        </p:spPr>
        <p:txBody>
          <a:bodyPr vert="horz" lIns="88076" tIns="44039" rIns="88076" bIns="44039" rtlCol="0"/>
          <a:lstStyle>
            <a:lvl1pPr algn="r">
              <a:defRPr sz="1300"/>
            </a:lvl1pPr>
          </a:lstStyle>
          <a:p>
            <a:fld id="{A1D49EF5-F29F-4382-AB8F-45D7AD238897}" type="datetimeFigureOut">
              <a:rPr kumimoji="1" lang="ja-JP" altLang="en-US" smtClean="0"/>
              <a:t>2024/6/7</a:t>
            </a:fld>
            <a:endParaRPr kumimoji="1" lang="ja-JP" altLang="en-US"/>
          </a:p>
        </p:txBody>
      </p:sp>
      <p:sp>
        <p:nvSpPr>
          <p:cNvPr id="4" name="フッター プレースホルダー 3">
            <a:extLst>
              <a:ext uri="{FF2B5EF4-FFF2-40B4-BE49-F238E27FC236}">
                <a16:creationId xmlns:a16="http://schemas.microsoft.com/office/drawing/2014/main" id="{C1D86C0A-D751-A056-75D1-19A9FCE4D5BC}"/>
              </a:ext>
            </a:extLst>
          </p:cNvPr>
          <p:cNvSpPr>
            <a:spLocks noGrp="1"/>
          </p:cNvSpPr>
          <p:nvPr>
            <p:ph type="ftr" sz="quarter" idx="2"/>
          </p:nvPr>
        </p:nvSpPr>
        <p:spPr>
          <a:xfrm>
            <a:off x="0" y="9378628"/>
            <a:ext cx="2971291" cy="495626"/>
          </a:xfrm>
          <a:prstGeom prst="rect">
            <a:avLst/>
          </a:prstGeom>
        </p:spPr>
        <p:txBody>
          <a:bodyPr vert="horz" lIns="88076" tIns="44039" rIns="88076" bIns="44039" rtlCol="0" anchor="b"/>
          <a:lstStyle>
            <a:lvl1pPr algn="l">
              <a:defRPr sz="1300"/>
            </a:lvl1pPr>
          </a:lstStyle>
          <a:p>
            <a:endParaRPr kumimoji="1" lang="ja-JP" altLang="en-US"/>
          </a:p>
        </p:txBody>
      </p:sp>
      <p:sp>
        <p:nvSpPr>
          <p:cNvPr id="5" name="スライド番号プレースホルダー 4">
            <a:extLst>
              <a:ext uri="{FF2B5EF4-FFF2-40B4-BE49-F238E27FC236}">
                <a16:creationId xmlns:a16="http://schemas.microsoft.com/office/drawing/2014/main" id="{3D1FCFE7-EA26-A687-E1B5-DCC26606E672}"/>
              </a:ext>
            </a:extLst>
          </p:cNvPr>
          <p:cNvSpPr>
            <a:spLocks noGrp="1"/>
          </p:cNvSpPr>
          <p:nvPr>
            <p:ph type="sldNum" sz="quarter" idx="3"/>
          </p:nvPr>
        </p:nvSpPr>
        <p:spPr>
          <a:xfrm>
            <a:off x="3885186" y="9378628"/>
            <a:ext cx="2971291" cy="495626"/>
          </a:xfrm>
          <a:prstGeom prst="rect">
            <a:avLst/>
          </a:prstGeom>
        </p:spPr>
        <p:txBody>
          <a:bodyPr vert="horz" lIns="88076" tIns="44039" rIns="88076" bIns="44039" rtlCol="0" anchor="b"/>
          <a:lstStyle>
            <a:lvl1pPr algn="r">
              <a:defRPr sz="1300"/>
            </a:lvl1pPr>
          </a:lstStyle>
          <a:p>
            <a:fld id="{FA18FEF0-FCB3-4CBD-A81F-9B1BD0FD4F16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2664697386"/>
      </p:ext>
    </p:extLst>
  </p:cSld>
  <p:clrMap bg1="lt1" tx1="dk1" bg2="lt2" tx2="dk2" accent1="accent1" accent2="accent2" accent3="accent3" accent4="accent4" accent5="accent5" accent6="accent6" hlink="hlink" folHlink="folHlink"/>
  <p:hf sldNum="0" hdr="0" ftr="0" dt="0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ヘッダー プレースホルダー 1"/>
          <p:cNvSpPr>
            <a:spLocks noGrp="1"/>
          </p:cNvSpPr>
          <p:nvPr>
            <p:ph type="hdr" sz="quarter"/>
          </p:nvPr>
        </p:nvSpPr>
        <p:spPr>
          <a:xfrm>
            <a:off x="3" y="3"/>
            <a:ext cx="2971800" cy="495426"/>
          </a:xfrm>
          <a:prstGeom prst="rect">
            <a:avLst/>
          </a:prstGeom>
        </p:spPr>
        <p:txBody>
          <a:bodyPr vert="horz" lIns="95547" tIns="47773" rIns="95547" bIns="47773" rtlCol="0"/>
          <a:lstStyle>
            <a:lvl1pPr algn="l">
              <a:defRPr sz="1300"/>
            </a:lvl1pPr>
          </a:lstStyle>
          <a:p>
            <a:endParaRPr kumimoji="1" lang="ja-JP" altLang="en-US"/>
          </a:p>
        </p:txBody>
      </p:sp>
      <p:sp>
        <p:nvSpPr>
          <p:cNvPr id="3" name="日付プレースホルダー 2"/>
          <p:cNvSpPr>
            <a:spLocks noGrp="1"/>
          </p:cNvSpPr>
          <p:nvPr>
            <p:ph type="dt" idx="1"/>
          </p:nvPr>
        </p:nvSpPr>
        <p:spPr>
          <a:xfrm>
            <a:off x="3884618" y="3"/>
            <a:ext cx="2971800" cy="495426"/>
          </a:xfrm>
          <a:prstGeom prst="rect">
            <a:avLst/>
          </a:prstGeom>
        </p:spPr>
        <p:txBody>
          <a:bodyPr vert="horz" lIns="95547" tIns="47773" rIns="95547" bIns="47773" rtlCol="0"/>
          <a:lstStyle>
            <a:lvl1pPr algn="r">
              <a:defRPr sz="1300"/>
            </a:lvl1pPr>
          </a:lstStyle>
          <a:p>
            <a:fld id="{3C1DC728-E22C-4867-BEFB-731942E38125}" type="datetimeFigureOut">
              <a:rPr kumimoji="1" lang="ja-JP" altLang="en-US" smtClean="0"/>
              <a:t>2024/6/7</a:t>
            </a:fld>
            <a:endParaRPr kumimoji="1" lang="ja-JP" altLang="en-US"/>
          </a:p>
        </p:txBody>
      </p:sp>
      <p:sp>
        <p:nvSpPr>
          <p:cNvPr id="4" name="スライド イメージ プレースホルダー 3"/>
          <p:cNvSpPr>
            <a:spLocks noGrp="1" noRot="1" noChangeAspect="1"/>
          </p:cNvSpPr>
          <p:nvPr>
            <p:ph type="sldImg" idx="2"/>
          </p:nvPr>
        </p:nvSpPr>
        <p:spPr>
          <a:xfrm>
            <a:off x="466725" y="1233488"/>
            <a:ext cx="5924550" cy="3332162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5547" tIns="47773" rIns="95547" bIns="47773" rtlCol="0" anchor="ctr"/>
          <a:lstStyle/>
          <a:p>
            <a:endParaRPr lang="ja-JP" altLang="en-US"/>
          </a:p>
        </p:txBody>
      </p:sp>
      <p:sp>
        <p:nvSpPr>
          <p:cNvPr id="5" name="ノート プレースホルダー 4"/>
          <p:cNvSpPr>
            <a:spLocks noGrp="1"/>
          </p:cNvSpPr>
          <p:nvPr>
            <p:ph type="body" sz="quarter" idx="3"/>
          </p:nvPr>
        </p:nvSpPr>
        <p:spPr>
          <a:xfrm>
            <a:off x="685804" y="4751984"/>
            <a:ext cx="5486399" cy="3887986"/>
          </a:xfrm>
          <a:prstGeom prst="rect">
            <a:avLst/>
          </a:prstGeom>
        </p:spPr>
        <p:txBody>
          <a:bodyPr vert="horz" lIns="95547" tIns="47773" rIns="95547" bIns="47773" rtlCol="0"/>
          <a:lstStyle/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6" name="フッター プレースホルダー 5"/>
          <p:cNvSpPr>
            <a:spLocks noGrp="1"/>
          </p:cNvSpPr>
          <p:nvPr>
            <p:ph type="ftr" sz="quarter" idx="4"/>
          </p:nvPr>
        </p:nvSpPr>
        <p:spPr>
          <a:xfrm>
            <a:off x="3" y="9378826"/>
            <a:ext cx="2971800" cy="495426"/>
          </a:xfrm>
          <a:prstGeom prst="rect">
            <a:avLst/>
          </a:prstGeom>
        </p:spPr>
        <p:txBody>
          <a:bodyPr vert="horz" lIns="95547" tIns="47773" rIns="95547" bIns="47773" rtlCol="0" anchor="b"/>
          <a:lstStyle>
            <a:lvl1pPr algn="l">
              <a:defRPr sz="1300"/>
            </a:lvl1pPr>
          </a:lstStyle>
          <a:p>
            <a:endParaRPr kumimoji="1" lang="ja-JP" altLang="en-US"/>
          </a:p>
        </p:txBody>
      </p:sp>
      <p:sp>
        <p:nvSpPr>
          <p:cNvPr id="7" name="スライド番号プレースホルダー 6"/>
          <p:cNvSpPr>
            <a:spLocks noGrp="1"/>
          </p:cNvSpPr>
          <p:nvPr>
            <p:ph type="sldNum" sz="quarter" idx="5"/>
          </p:nvPr>
        </p:nvSpPr>
        <p:spPr>
          <a:xfrm>
            <a:off x="3884618" y="9378826"/>
            <a:ext cx="2971800" cy="495426"/>
          </a:xfrm>
          <a:prstGeom prst="rect">
            <a:avLst/>
          </a:prstGeom>
        </p:spPr>
        <p:txBody>
          <a:bodyPr vert="horz" lIns="95547" tIns="47773" rIns="95547" bIns="47773" rtlCol="0" anchor="b"/>
          <a:lstStyle>
            <a:lvl1pPr algn="r">
              <a:defRPr sz="1300"/>
            </a:lvl1pPr>
          </a:lstStyle>
          <a:p>
            <a:fld id="{EDAA2955-A7B8-4A7E-AC4A-CD57EB501526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3507692183"/>
      </p:ext>
    </p:extLst>
  </p:cSld>
  <p:clrMap bg1="lt1" tx1="dk1" bg2="lt2" tx2="dk2" accent1="accent1" accent2="accent2" accent3="accent3" accent4="accent4" accent5="accent5" accent6="accent6" hlink="hlink" folHlink="folHlink"/>
  <p:hf sldNum="0" hdr="0" ftr="0" dt="0"/>
  <p:notesStyle>
    <a:lvl1pPr marL="0" algn="l" defTabSz="914400" rtl="0" eaLnBrk="1" latinLnBrk="0" hangingPunct="1">
      <a:defRPr kumimoji="1"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kumimoji="1"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kumimoji="1"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kumimoji="1"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kumimoji="1"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kumimoji="1"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kumimoji="1"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kumimoji="1"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kumimoji="1"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スライド イメージ プレースホルダー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ノート プレースホルダー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2527339783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スライド イメージ プレースホルダー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ノート プレースホルダー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1695703976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タイトル スライド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C2B0636E-C6C5-7143-5C09-F4D8EE8981DE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字幕 2">
            <a:extLst>
              <a:ext uri="{FF2B5EF4-FFF2-40B4-BE49-F238E27FC236}">
                <a16:creationId xmlns:a16="http://schemas.microsoft.com/office/drawing/2014/main" id="{267CD95C-4AFE-ED26-C513-D0E25070805D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kumimoji="1" lang="ja-JP" altLang="en-US"/>
              <a:t>マスター サブタイトルの書式設定</a:t>
            </a:r>
          </a:p>
        </p:txBody>
      </p:sp>
      <p:sp>
        <p:nvSpPr>
          <p:cNvPr id="4" name="日付プレースホルダー 3">
            <a:extLst>
              <a:ext uri="{FF2B5EF4-FFF2-40B4-BE49-F238E27FC236}">
                <a16:creationId xmlns:a16="http://schemas.microsoft.com/office/drawing/2014/main" id="{B0B4F6C1-F5DB-2784-2F2C-35F36E82857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876BDF3-0338-4060-A348-4F36041E971B}" type="datetime1">
              <a:rPr kumimoji="1" lang="ja-JP" altLang="en-US" smtClean="0"/>
              <a:t>2024/6/7</a:t>
            </a:fld>
            <a:endParaRPr kumimoji="1" lang="ja-JP" altLang="en-US"/>
          </a:p>
        </p:txBody>
      </p:sp>
      <p:sp>
        <p:nvSpPr>
          <p:cNvPr id="5" name="フッター プレースホルダー 4">
            <a:extLst>
              <a:ext uri="{FF2B5EF4-FFF2-40B4-BE49-F238E27FC236}">
                <a16:creationId xmlns:a16="http://schemas.microsoft.com/office/drawing/2014/main" id="{88438D89-959F-D230-8EE3-B6395BD0A90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6" name="スライド番号プレースホルダー 5">
            <a:extLst>
              <a:ext uri="{FF2B5EF4-FFF2-40B4-BE49-F238E27FC236}">
                <a16:creationId xmlns:a16="http://schemas.microsoft.com/office/drawing/2014/main" id="{1B37E6D6-D449-A6CF-6A61-B6AFBD03D5C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5F14960-CB4D-4F60-9E99-ECC1A83B7AAA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2301928688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タイトルとコンテンツ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AC636CF0-B620-8A9B-4E81-CE457C022F8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コンテンツ プレースホルダー 2">
            <a:extLst>
              <a:ext uri="{FF2B5EF4-FFF2-40B4-BE49-F238E27FC236}">
                <a16:creationId xmlns:a16="http://schemas.microsoft.com/office/drawing/2014/main" id="{71BBCAC7-9ADA-124B-99DC-E8F0DA5A4E96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4" name="日付プレースホルダー 3">
            <a:extLst>
              <a:ext uri="{FF2B5EF4-FFF2-40B4-BE49-F238E27FC236}">
                <a16:creationId xmlns:a16="http://schemas.microsoft.com/office/drawing/2014/main" id="{AE0CC329-70B1-2599-8E27-3EEE1A6CE12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B108AE3-A95A-4BC4-BA92-620CEB8E64C4}" type="datetime1">
              <a:rPr kumimoji="1" lang="ja-JP" altLang="en-US" smtClean="0"/>
              <a:t>2024/6/7</a:t>
            </a:fld>
            <a:endParaRPr kumimoji="1" lang="ja-JP" altLang="en-US"/>
          </a:p>
        </p:txBody>
      </p:sp>
      <p:sp>
        <p:nvSpPr>
          <p:cNvPr id="5" name="フッター プレースホルダー 4">
            <a:extLst>
              <a:ext uri="{FF2B5EF4-FFF2-40B4-BE49-F238E27FC236}">
                <a16:creationId xmlns:a16="http://schemas.microsoft.com/office/drawing/2014/main" id="{DFB1A68B-CAA1-9FA1-D4AA-8F555F3E74A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6" name="スライド番号プレースホルダー 5">
            <a:extLst>
              <a:ext uri="{FF2B5EF4-FFF2-40B4-BE49-F238E27FC236}">
                <a16:creationId xmlns:a16="http://schemas.microsoft.com/office/drawing/2014/main" id="{6999C57C-0CB6-ACBE-2DDB-AD3472780AF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5F14960-CB4D-4F60-9E99-ECC1A83B7AAA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2075784300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セクション見出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C84EC4BC-C359-FE0C-EE09-81CCD81640C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テキスト プレースホルダー 2">
            <a:extLst>
              <a:ext uri="{FF2B5EF4-FFF2-40B4-BE49-F238E27FC236}">
                <a16:creationId xmlns:a16="http://schemas.microsoft.com/office/drawing/2014/main" id="{D5200614-297E-BF43-C177-659C881C026F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kumimoji="1" lang="ja-JP" altLang="en-US"/>
              <a:t>マスター テキストの書式設定</a:t>
            </a:r>
          </a:p>
        </p:txBody>
      </p:sp>
      <p:sp>
        <p:nvSpPr>
          <p:cNvPr id="4" name="日付プレースホルダー 3">
            <a:extLst>
              <a:ext uri="{FF2B5EF4-FFF2-40B4-BE49-F238E27FC236}">
                <a16:creationId xmlns:a16="http://schemas.microsoft.com/office/drawing/2014/main" id="{9F8BD0DF-BD97-48C1-AC81-4266A9A654B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BA0DD2C-6791-44A1-A0F6-3BC4F719BF3A}" type="datetime1">
              <a:rPr kumimoji="1" lang="ja-JP" altLang="en-US" smtClean="0"/>
              <a:t>2024/6/7</a:t>
            </a:fld>
            <a:endParaRPr kumimoji="1" lang="ja-JP" altLang="en-US"/>
          </a:p>
        </p:txBody>
      </p:sp>
      <p:sp>
        <p:nvSpPr>
          <p:cNvPr id="5" name="フッター プレースホルダー 4">
            <a:extLst>
              <a:ext uri="{FF2B5EF4-FFF2-40B4-BE49-F238E27FC236}">
                <a16:creationId xmlns:a16="http://schemas.microsoft.com/office/drawing/2014/main" id="{4111B95D-EB01-68C4-C899-EE2805649F7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6" name="スライド番号プレースホルダー 5">
            <a:extLst>
              <a:ext uri="{FF2B5EF4-FFF2-40B4-BE49-F238E27FC236}">
                <a16:creationId xmlns:a16="http://schemas.microsoft.com/office/drawing/2014/main" id="{8CE29EF3-CE0E-BB32-EF0E-A36CED1FBE1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5F14960-CB4D-4F60-9E99-ECC1A83B7AAA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407752493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2 つのコンテンツ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A853368D-7E83-A95F-36CC-749CA49DF20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コンテンツ プレースホルダー 2">
            <a:extLst>
              <a:ext uri="{FF2B5EF4-FFF2-40B4-BE49-F238E27FC236}">
                <a16:creationId xmlns:a16="http://schemas.microsoft.com/office/drawing/2014/main" id="{00AEBCB7-60C9-AB5F-FFF5-F24474864075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4" name="コンテンツ プレースホルダー 3">
            <a:extLst>
              <a:ext uri="{FF2B5EF4-FFF2-40B4-BE49-F238E27FC236}">
                <a16:creationId xmlns:a16="http://schemas.microsoft.com/office/drawing/2014/main" id="{51B1C321-5CB1-92CF-B25A-EAD7284C7706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5" name="日付プレースホルダー 4">
            <a:extLst>
              <a:ext uri="{FF2B5EF4-FFF2-40B4-BE49-F238E27FC236}">
                <a16:creationId xmlns:a16="http://schemas.microsoft.com/office/drawing/2014/main" id="{689C6DE3-1617-04D2-646B-EE762957F69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3814D48-EED1-47B9-8BC2-D57ABE904161}" type="datetime1">
              <a:rPr kumimoji="1" lang="ja-JP" altLang="en-US" smtClean="0"/>
              <a:t>2024/6/7</a:t>
            </a:fld>
            <a:endParaRPr kumimoji="1" lang="ja-JP" altLang="en-US"/>
          </a:p>
        </p:txBody>
      </p:sp>
      <p:sp>
        <p:nvSpPr>
          <p:cNvPr id="6" name="フッター プレースホルダー 5">
            <a:extLst>
              <a:ext uri="{FF2B5EF4-FFF2-40B4-BE49-F238E27FC236}">
                <a16:creationId xmlns:a16="http://schemas.microsoft.com/office/drawing/2014/main" id="{CB47EBFE-4407-7E0A-96E4-2C40AD5C5AA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7" name="スライド番号プレースホルダー 6">
            <a:extLst>
              <a:ext uri="{FF2B5EF4-FFF2-40B4-BE49-F238E27FC236}">
                <a16:creationId xmlns:a16="http://schemas.microsoft.com/office/drawing/2014/main" id="{484E144D-CF4D-6BEB-E765-57D4450BF7D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5F14960-CB4D-4F60-9E99-ECC1A83B7AAA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2040774996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D3EB3315-F093-491B-A15D-86AE77A91F9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テキスト プレースホルダー 2">
            <a:extLst>
              <a:ext uri="{FF2B5EF4-FFF2-40B4-BE49-F238E27FC236}">
                <a16:creationId xmlns:a16="http://schemas.microsoft.com/office/drawing/2014/main" id="{24C5D2BC-26BE-097E-A580-A5CECB244458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kumimoji="1" lang="ja-JP" altLang="en-US"/>
              <a:t>マスター テキストの書式設定</a:t>
            </a:r>
          </a:p>
        </p:txBody>
      </p:sp>
      <p:sp>
        <p:nvSpPr>
          <p:cNvPr id="4" name="コンテンツ プレースホルダー 3">
            <a:extLst>
              <a:ext uri="{FF2B5EF4-FFF2-40B4-BE49-F238E27FC236}">
                <a16:creationId xmlns:a16="http://schemas.microsoft.com/office/drawing/2014/main" id="{39EC0DD0-E347-8E63-1799-5DA0022469E4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5" name="テキスト プレースホルダー 4">
            <a:extLst>
              <a:ext uri="{FF2B5EF4-FFF2-40B4-BE49-F238E27FC236}">
                <a16:creationId xmlns:a16="http://schemas.microsoft.com/office/drawing/2014/main" id="{4E36CB1A-B98A-FFC5-E84B-108BF67571C3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kumimoji="1" lang="ja-JP" altLang="en-US"/>
              <a:t>マスター テキストの書式設定</a:t>
            </a:r>
          </a:p>
        </p:txBody>
      </p:sp>
      <p:sp>
        <p:nvSpPr>
          <p:cNvPr id="6" name="コンテンツ プレースホルダー 5">
            <a:extLst>
              <a:ext uri="{FF2B5EF4-FFF2-40B4-BE49-F238E27FC236}">
                <a16:creationId xmlns:a16="http://schemas.microsoft.com/office/drawing/2014/main" id="{1CB22485-8853-B87E-A636-D0BB6A413AC4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7" name="日付プレースホルダー 6">
            <a:extLst>
              <a:ext uri="{FF2B5EF4-FFF2-40B4-BE49-F238E27FC236}">
                <a16:creationId xmlns:a16="http://schemas.microsoft.com/office/drawing/2014/main" id="{31B45D5F-AD9F-26F6-28C2-51F8709AD07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5101DA8-80C9-4732-99CC-C943C356D485}" type="datetime1">
              <a:rPr kumimoji="1" lang="ja-JP" altLang="en-US" smtClean="0"/>
              <a:t>2024/6/7</a:t>
            </a:fld>
            <a:endParaRPr kumimoji="1" lang="ja-JP" altLang="en-US"/>
          </a:p>
        </p:txBody>
      </p:sp>
      <p:sp>
        <p:nvSpPr>
          <p:cNvPr id="8" name="フッター プレースホルダー 7">
            <a:extLst>
              <a:ext uri="{FF2B5EF4-FFF2-40B4-BE49-F238E27FC236}">
                <a16:creationId xmlns:a16="http://schemas.microsoft.com/office/drawing/2014/main" id="{C25560E5-050E-AE8D-349F-9BD8680B3BB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9" name="スライド番号プレースホルダー 8">
            <a:extLst>
              <a:ext uri="{FF2B5EF4-FFF2-40B4-BE49-F238E27FC236}">
                <a16:creationId xmlns:a16="http://schemas.microsoft.com/office/drawing/2014/main" id="{E2864A90-49D6-D559-2BE7-554B95F38DC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5F14960-CB4D-4F60-9E99-ECC1A83B7AAA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3823526281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タイトルのみ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E0B7AF91-7DAA-8740-C210-2BE8FEF99BB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日付プレースホルダー 2">
            <a:extLst>
              <a:ext uri="{FF2B5EF4-FFF2-40B4-BE49-F238E27FC236}">
                <a16:creationId xmlns:a16="http://schemas.microsoft.com/office/drawing/2014/main" id="{DDC06783-7CFE-F5BE-32F6-2C87CCA6067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60F611-9F5E-42AF-8301-C90DCA2367E8}" type="datetime1">
              <a:rPr kumimoji="1" lang="ja-JP" altLang="en-US" smtClean="0"/>
              <a:t>2024/6/7</a:t>
            </a:fld>
            <a:endParaRPr kumimoji="1" lang="ja-JP" altLang="en-US"/>
          </a:p>
        </p:txBody>
      </p:sp>
      <p:sp>
        <p:nvSpPr>
          <p:cNvPr id="4" name="フッター プレースホルダー 3">
            <a:extLst>
              <a:ext uri="{FF2B5EF4-FFF2-40B4-BE49-F238E27FC236}">
                <a16:creationId xmlns:a16="http://schemas.microsoft.com/office/drawing/2014/main" id="{8DC862A6-BEBD-5BCB-C435-2BAB591DE0C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5" name="スライド番号プレースホルダー 4">
            <a:extLst>
              <a:ext uri="{FF2B5EF4-FFF2-40B4-BE49-F238E27FC236}">
                <a16:creationId xmlns:a16="http://schemas.microsoft.com/office/drawing/2014/main" id="{22624663-E39C-5B46-2FE5-4CF5BCB84DE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5F14960-CB4D-4F60-9E99-ECC1A83B7AAA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1531239356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白紙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付プレースホルダー 1">
            <a:extLst>
              <a:ext uri="{FF2B5EF4-FFF2-40B4-BE49-F238E27FC236}">
                <a16:creationId xmlns:a16="http://schemas.microsoft.com/office/drawing/2014/main" id="{5F2F90BD-C9F3-BFDF-C0B6-1BBDCB805F3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AE6438B-67CC-4E88-BB99-AB814AF02387}" type="datetime1">
              <a:rPr kumimoji="1" lang="ja-JP" altLang="en-US" smtClean="0"/>
              <a:t>2024/6/7</a:t>
            </a:fld>
            <a:endParaRPr kumimoji="1" lang="ja-JP" altLang="en-US"/>
          </a:p>
        </p:txBody>
      </p:sp>
      <p:sp>
        <p:nvSpPr>
          <p:cNvPr id="3" name="フッター プレースホルダー 2">
            <a:extLst>
              <a:ext uri="{FF2B5EF4-FFF2-40B4-BE49-F238E27FC236}">
                <a16:creationId xmlns:a16="http://schemas.microsoft.com/office/drawing/2014/main" id="{8680A967-441D-CD09-33ED-0033461B4F5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4" name="スライド番号プレースホルダー 3">
            <a:extLst>
              <a:ext uri="{FF2B5EF4-FFF2-40B4-BE49-F238E27FC236}">
                <a16:creationId xmlns:a16="http://schemas.microsoft.com/office/drawing/2014/main" id="{C6254094-82CC-279E-4DB0-910803D31C1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5F14960-CB4D-4F60-9E99-ECC1A83B7AAA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3717623375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タイトル付きのコンテンツ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A7841900-2B80-E526-7D1F-4E7BE648BD1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コンテンツ プレースホルダー 2">
            <a:extLst>
              <a:ext uri="{FF2B5EF4-FFF2-40B4-BE49-F238E27FC236}">
                <a16:creationId xmlns:a16="http://schemas.microsoft.com/office/drawing/2014/main" id="{D5DB9204-2310-E712-5650-9E44DEF8CA0E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4" name="テキスト プレースホルダー 3">
            <a:extLst>
              <a:ext uri="{FF2B5EF4-FFF2-40B4-BE49-F238E27FC236}">
                <a16:creationId xmlns:a16="http://schemas.microsoft.com/office/drawing/2014/main" id="{6D5249FA-CDD0-4405-FA97-92E4228704F5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kumimoji="1" lang="ja-JP" altLang="en-US"/>
              <a:t>マスター テキストの書式設定</a:t>
            </a:r>
          </a:p>
        </p:txBody>
      </p:sp>
      <p:sp>
        <p:nvSpPr>
          <p:cNvPr id="5" name="日付プレースホルダー 4">
            <a:extLst>
              <a:ext uri="{FF2B5EF4-FFF2-40B4-BE49-F238E27FC236}">
                <a16:creationId xmlns:a16="http://schemas.microsoft.com/office/drawing/2014/main" id="{D3799991-3DA3-7CBA-5E6D-4A7F79F8DDF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6C14461-BF6F-47F3-BA77-43F605ED40F2}" type="datetime1">
              <a:rPr kumimoji="1" lang="ja-JP" altLang="en-US" smtClean="0"/>
              <a:t>2024/6/7</a:t>
            </a:fld>
            <a:endParaRPr kumimoji="1" lang="ja-JP" altLang="en-US"/>
          </a:p>
        </p:txBody>
      </p:sp>
      <p:sp>
        <p:nvSpPr>
          <p:cNvPr id="6" name="フッター プレースホルダー 5">
            <a:extLst>
              <a:ext uri="{FF2B5EF4-FFF2-40B4-BE49-F238E27FC236}">
                <a16:creationId xmlns:a16="http://schemas.microsoft.com/office/drawing/2014/main" id="{F7CF0F72-3953-8577-5700-ECE9FC4387B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7" name="スライド番号プレースホルダー 6">
            <a:extLst>
              <a:ext uri="{FF2B5EF4-FFF2-40B4-BE49-F238E27FC236}">
                <a16:creationId xmlns:a16="http://schemas.microsoft.com/office/drawing/2014/main" id="{6569CD14-D317-C264-96FC-9AB2021C65F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5F14960-CB4D-4F60-9E99-ECC1A83B7AAA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3206866349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タイトル付きの図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7E6EFD8B-5EC0-FCF8-D867-47E4C8896EF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図プレースホルダー 2">
            <a:extLst>
              <a:ext uri="{FF2B5EF4-FFF2-40B4-BE49-F238E27FC236}">
                <a16:creationId xmlns:a16="http://schemas.microsoft.com/office/drawing/2014/main" id="{CD863D8A-A403-DD92-0FE5-D8C13895E816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kumimoji="1" lang="ja-JP" altLang="en-US"/>
          </a:p>
        </p:txBody>
      </p:sp>
      <p:sp>
        <p:nvSpPr>
          <p:cNvPr id="4" name="テキスト プレースホルダー 3">
            <a:extLst>
              <a:ext uri="{FF2B5EF4-FFF2-40B4-BE49-F238E27FC236}">
                <a16:creationId xmlns:a16="http://schemas.microsoft.com/office/drawing/2014/main" id="{21DA0783-3F4B-350B-DAFD-00B1841A3940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kumimoji="1" lang="ja-JP" altLang="en-US"/>
              <a:t>マスター テキストの書式設定</a:t>
            </a:r>
          </a:p>
        </p:txBody>
      </p:sp>
      <p:sp>
        <p:nvSpPr>
          <p:cNvPr id="5" name="日付プレースホルダー 4">
            <a:extLst>
              <a:ext uri="{FF2B5EF4-FFF2-40B4-BE49-F238E27FC236}">
                <a16:creationId xmlns:a16="http://schemas.microsoft.com/office/drawing/2014/main" id="{EB84370F-81D8-D46F-534B-CB5204D3DCD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CE83A12-1976-4A1A-A036-197CFF0B21F7}" type="datetime1">
              <a:rPr kumimoji="1" lang="ja-JP" altLang="en-US" smtClean="0"/>
              <a:t>2024/6/7</a:t>
            </a:fld>
            <a:endParaRPr kumimoji="1" lang="ja-JP" altLang="en-US"/>
          </a:p>
        </p:txBody>
      </p:sp>
      <p:sp>
        <p:nvSpPr>
          <p:cNvPr id="6" name="フッター プレースホルダー 5">
            <a:extLst>
              <a:ext uri="{FF2B5EF4-FFF2-40B4-BE49-F238E27FC236}">
                <a16:creationId xmlns:a16="http://schemas.microsoft.com/office/drawing/2014/main" id="{2CA7BA36-040F-BA6B-FCFF-00425452685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7" name="スライド番号プレースホルダー 6">
            <a:extLst>
              <a:ext uri="{FF2B5EF4-FFF2-40B4-BE49-F238E27FC236}">
                <a16:creationId xmlns:a16="http://schemas.microsoft.com/office/drawing/2014/main" id="{DE8C2A2F-D757-EEC7-BE50-39F05CF5F0A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5F14960-CB4D-4F60-9E99-ECC1A83B7AAA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2532610383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タイトルと縦書きテキスト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AE7D69E8-F4C2-136F-87A2-ACFD529898C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縦書きテキスト プレースホルダー 2">
            <a:extLst>
              <a:ext uri="{FF2B5EF4-FFF2-40B4-BE49-F238E27FC236}">
                <a16:creationId xmlns:a16="http://schemas.microsoft.com/office/drawing/2014/main" id="{4F9F5AEA-8D10-FFB1-B6F2-9E40C4650F53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4" name="日付プレースホルダー 3">
            <a:extLst>
              <a:ext uri="{FF2B5EF4-FFF2-40B4-BE49-F238E27FC236}">
                <a16:creationId xmlns:a16="http://schemas.microsoft.com/office/drawing/2014/main" id="{E0150CBE-D9F4-9C48-77B0-4151115713A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0E3FAF1-663B-4FFD-9660-B9ED27377297}" type="datetime1">
              <a:rPr kumimoji="1" lang="ja-JP" altLang="en-US" smtClean="0"/>
              <a:t>2024/6/7</a:t>
            </a:fld>
            <a:endParaRPr kumimoji="1" lang="ja-JP" altLang="en-US"/>
          </a:p>
        </p:txBody>
      </p:sp>
      <p:sp>
        <p:nvSpPr>
          <p:cNvPr id="5" name="フッター プレースホルダー 4">
            <a:extLst>
              <a:ext uri="{FF2B5EF4-FFF2-40B4-BE49-F238E27FC236}">
                <a16:creationId xmlns:a16="http://schemas.microsoft.com/office/drawing/2014/main" id="{C1D708FD-0B51-8DCB-2C13-21CD01216B4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6" name="スライド番号プレースホルダー 5">
            <a:extLst>
              <a:ext uri="{FF2B5EF4-FFF2-40B4-BE49-F238E27FC236}">
                <a16:creationId xmlns:a16="http://schemas.microsoft.com/office/drawing/2014/main" id="{E374FB96-FA3A-A3C1-D5F4-B7EEEFC1EFE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5F14960-CB4D-4F60-9E99-ECC1A83B7AAA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2109439400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縦書きタイトルと&#10;縦書きテキスト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縦書きタイトル 1">
            <a:extLst>
              <a:ext uri="{FF2B5EF4-FFF2-40B4-BE49-F238E27FC236}">
                <a16:creationId xmlns:a16="http://schemas.microsoft.com/office/drawing/2014/main" id="{AFC91265-67B2-221D-7217-291CE1120A44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縦書きテキスト プレースホルダー 2">
            <a:extLst>
              <a:ext uri="{FF2B5EF4-FFF2-40B4-BE49-F238E27FC236}">
                <a16:creationId xmlns:a16="http://schemas.microsoft.com/office/drawing/2014/main" id="{E7295AEA-9A24-C9A0-E4EE-28D3903B96D3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4" name="日付プレースホルダー 3">
            <a:extLst>
              <a:ext uri="{FF2B5EF4-FFF2-40B4-BE49-F238E27FC236}">
                <a16:creationId xmlns:a16="http://schemas.microsoft.com/office/drawing/2014/main" id="{FDEAD5EA-CBA6-45BC-201F-55722A08D1A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E14D5F1-2F17-4FA4-BDDC-AD16C71B7017}" type="datetime1">
              <a:rPr kumimoji="1" lang="ja-JP" altLang="en-US" smtClean="0"/>
              <a:t>2024/6/7</a:t>
            </a:fld>
            <a:endParaRPr kumimoji="1" lang="ja-JP" altLang="en-US"/>
          </a:p>
        </p:txBody>
      </p:sp>
      <p:sp>
        <p:nvSpPr>
          <p:cNvPr id="5" name="フッター プレースホルダー 4">
            <a:extLst>
              <a:ext uri="{FF2B5EF4-FFF2-40B4-BE49-F238E27FC236}">
                <a16:creationId xmlns:a16="http://schemas.microsoft.com/office/drawing/2014/main" id="{DCC7664A-6199-6FCB-6730-82547B44039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6" name="スライド番号プレースホルダー 5">
            <a:extLst>
              <a:ext uri="{FF2B5EF4-FFF2-40B4-BE49-F238E27FC236}">
                <a16:creationId xmlns:a16="http://schemas.microsoft.com/office/drawing/2014/main" id="{E948772A-3E17-F9C0-A7CC-CC3521E3F73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5F14960-CB4D-4F60-9E99-ECC1A83B7AAA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2772347094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プレースホルダー 1">
            <a:extLst>
              <a:ext uri="{FF2B5EF4-FFF2-40B4-BE49-F238E27FC236}">
                <a16:creationId xmlns:a16="http://schemas.microsoft.com/office/drawing/2014/main" id="{0C454D9A-9E30-2F7D-CC80-1AFCE6E081B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テキスト プレースホルダー 2">
            <a:extLst>
              <a:ext uri="{FF2B5EF4-FFF2-40B4-BE49-F238E27FC236}">
                <a16:creationId xmlns:a16="http://schemas.microsoft.com/office/drawing/2014/main" id="{D2153C38-72F2-23FF-CE00-EE364BB5698C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4" name="日付プレースホルダー 3">
            <a:extLst>
              <a:ext uri="{FF2B5EF4-FFF2-40B4-BE49-F238E27FC236}">
                <a16:creationId xmlns:a16="http://schemas.microsoft.com/office/drawing/2014/main" id="{6BD36260-7C06-D1C2-A932-BBF72458E1E7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A1F18048-CDF4-49D0-9132-615C3E1209F4}" type="datetime1">
              <a:rPr kumimoji="1" lang="ja-JP" altLang="en-US" smtClean="0"/>
              <a:t>2024/6/7</a:t>
            </a:fld>
            <a:endParaRPr kumimoji="1" lang="ja-JP" altLang="en-US"/>
          </a:p>
        </p:txBody>
      </p:sp>
      <p:sp>
        <p:nvSpPr>
          <p:cNvPr id="5" name="フッター プレースホルダー 4">
            <a:extLst>
              <a:ext uri="{FF2B5EF4-FFF2-40B4-BE49-F238E27FC236}">
                <a16:creationId xmlns:a16="http://schemas.microsoft.com/office/drawing/2014/main" id="{61FAB507-8D05-D6FF-AC3D-8027E2EC5E04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kumimoji="1" lang="ja-JP" altLang="en-US"/>
          </a:p>
        </p:txBody>
      </p:sp>
      <p:sp>
        <p:nvSpPr>
          <p:cNvPr id="6" name="スライド番号プレースホルダー 5">
            <a:extLst>
              <a:ext uri="{FF2B5EF4-FFF2-40B4-BE49-F238E27FC236}">
                <a16:creationId xmlns:a16="http://schemas.microsoft.com/office/drawing/2014/main" id="{57DCD9EF-7DA2-6F85-DF37-041C8D3616F8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E5F14960-CB4D-4F60-9E99-ECC1A83B7AAA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1633725657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hf sldNum="0" hdr="0" ftr="0" dt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kumimoji="1"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kumimoji="1"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ja-JP"/>
      </a:defPPr>
      <a:lvl1pPr marL="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g"/><Relationship Id="rId7" Type="http://schemas.openxmlformats.org/officeDocument/2006/relationships/image" Target="../media/image5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4.png"/><Relationship Id="rId5" Type="http://schemas.openxmlformats.org/officeDocument/2006/relationships/image" Target="../media/image3.png"/><Relationship Id="rId4" Type="http://schemas.openxmlformats.org/officeDocument/2006/relationships/image" Target="../media/image2.jpeg"/></Relationships>
</file>

<file path=ppt/slides/_rels/slide2.xml.rels><?xml version="1.0" encoding="UTF-8" standalone="yes"?>
<Relationships xmlns="http://schemas.openxmlformats.org/package/2006/relationships"><Relationship Id="rId8" Type="http://schemas.openxmlformats.org/officeDocument/2006/relationships/image" Target="../media/image12.jpg"/><Relationship Id="rId13" Type="http://schemas.openxmlformats.org/officeDocument/2006/relationships/image" Target="../media/image16.jpeg"/><Relationship Id="rId3" Type="http://schemas.openxmlformats.org/officeDocument/2006/relationships/image" Target="../media/image7.jpg"/><Relationship Id="rId7" Type="http://schemas.openxmlformats.org/officeDocument/2006/relationships/image" Target="../media/image11.jpeg"/><Relationship Id="rId12" Type="http://schemas.openxmlformats.org/officeDocument/2006/relationships/image" Target="../media/image15.jpg"/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10.jpeg"/><Relationship Id="rId11" Type="http://schemas.openxmlformats.org/officeDocument/2006/relationships/image" Target="../media/image14.png"/><Relationship Id="rId5" Type="http://schemas.openxmlformats.org/officeDocument/2006/relationships/image" Target="../media/image9.jpg"/><Relationship Id="rId10" Type="http://schemas.openxmlformats.org/officeDocument/2006/relationships/image" Target="../media/image3.png"/><Relationship Id="rId4" Type="http://schemas.openxmlformats.org/officeDocument/2006/relationships/image" Target="../media/image8.jpg"/><Relationship Id="rId9" Type="http://schemas.openxmlformats.org/officeDocument/2006/relationships/image" Target="../media/image13.jpg"/><Relationship Id="rId14" Type="http://schemas.openxmlformats.org/officeDocument/2006/relationships/image" Target="../media/image17.jpeg"/></Relationships>
</file>

<file path=ppt/slides/_rels/slide3.xml.rels><?xml version="1.0" encoding="UTF-8" standalone="yes"?>
<Relationships xmlns="http://schemas.openxmlformats.org/package/2006/relationships"><Relationship Id="rId8" Type="http://schemas.openxmlformats.org/officeDocument/2006/relationships/image" Target="../media/image12.jpg"/><Relationship Id="rId13" Type="http://schemas.openxmlformats.org/officeDocument/2006/relationships/image" Target="../media/image16.jpeg"/><Relationship Id="rId3" Type="http://schemas.openxmlformats.org/officeDocument/2006/relationships/image" Target="../media/image7.jpg"/><Relationship Id="rId7" Type="http://schemas.openxmlformats.org/officeDocument/2006/relationships/image" Target="../media/image11.jpeg"/><Relationship Id="rId12" Type="http://schemas.openxmlformats.org/officeDocument/2006/relationships/image" Target="../media/image15.jpg"/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10.jpeg"/><Relationship Id="rId11" Type="http://schemas.openxmlformats.org/officeDocument/2006/relationships/image" Target="../media/image14.png"/><Relationship Id="rId5" Type="http://schemas.openxmlformats.org/officeDocument/2006/relationships/image" Target="../media/image9.jpg"/><Relationship Id="rId10" Type="http://schemas.openxmlformats.org/officeDocument/2006/relationships/image" Target="../media/image3.png"/><Relationship Id="rId4" Type="http://schemas.openxmlformats.org/officeDocument/2006/relationships/image" Target="../media/image8.jpg"/><Relationship Id="rId9" Type="http://schemas.openxmlformats.org/officeDocument/2006/relationships/image" Target="../media/image13.jpg"/><Relationship Id="rId14" Type="http://schemas.openxmlformats.org/officeDocument/2006/relationships/image" Target="../media/image17.jpe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g"/><Relationship Id="rId7" Type="http://schemas.openxmlformats.org/officeDocument/2006/relationships/image" Target="../media/image5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4.png"/><Relationship Id="rId5" Type="http://schemas.openxmlformats.org/officeDocument/2006/relationships/image" Target="../media/image3.png"/><Relationship Id="rId4" Type="http://schemas.openxmlformats.org/officeDocument/2006/relationships/image" Target="../media/image2.jpe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2" name="図 11">
            <a:extLst>
              <a:ext uri="{FF2B5EF4-FFF2-40B4-BE49-F238E27FC236}">
                <a16:creationId xmlns:a16="http://schemas.microsoft.com/office/drawing/2014/main" id="{5C6AC080-6076-DC7F-FF72-97A09D42DE3A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095468" y="-717050"/>
            <a:ext cx="3798700" cy="8085742"/>
          </a:xfrm>
          <a:prstGeom prst="rect">
            <a:avLst/>
          </a:prstGeom>
        </p:spPr>
      </p:pic>
      <p:grpSp>
        <p:nvGrpSpPr>
          <p:cNvPr id="7" name="グループ 9">
            <a:extLst>
              <a:ext uri="{FF2B5EF4-FFF2-40B4-BE49-F238E27FC236}">
                <a16:creationId xmlns:a16="http://schemas.microsoft.com/office/drawing/2014/main" id="{C9CA3ABA-561C-3692-EAA6-E8E3C38C0A1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/>
          <p:nvPr/>
        </p:nvGrpSpPr>
        <p:grpSpPr>
          <a:xfrm>
            <a:off x="0" y="-301925"/>
            <a:ext cx="8137485" cy="7650990"/>
            <a:chOff x="0" y="0"/>
            <a:chExt cx="6409117" cy="7315200"/>
          </a:xfrm>
        </p:grpSpPr>
        <p:sp>
          <p:nvSpPr>
            <p:cNvPr id="9" name="長方形 53">
              <a:extLst>
                <a:ext uri="{FF2B5EF4-FFF2-40B4-BE49-F238E27FC236}">
                  <a16:creationId xmlns:a16="http://schemas.microsoft.com/office/drawing/2014/main" id="{6DF09ED1-592F-4548-F5BF-2084787C987E}"/>
                </a:ext>
              </a:extLst>
            </p:cNvPr>
            <p:cNvSpPr/>
            <p:nvPr/>
          </p:nvSpPr>
          <p:spPr>
            <a:xfrm>
              <a:off x="2971040" y="0"/>
              <a:ext cx="3438077" cy="7315200"/>
            </a:xfrm>
            <a:prstGeom prst="rect">
              <a:avLst/>
            </a:prstGeom>
            <a:solidFill>
              <a:schemeClr val="tx1">
                <a:lumMod val="85000"/>
                <a:lumOff val="1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>
                <a:lnSpc>
                  <a:spcPct val="80000"/>
                </a:lnSpc>
                <a:spcAft>
                  <a:spcPts val="800"/>
                </a:spcAft>
              </a:pPr>
              <a:r>
                <a:rPr lang="ja-JP" sz="900" b="1">
                  <a:solidFill>
                    <a:srgbClr val="FFFFFF"/>
                  </a:solidFill>
                  <a:effectLst/>
                  <a:latin typeface="Meiryo UI" panose="020B0604030504040204" pitchFamily="50" charset="-128"/>
                  <a:ea typeface="Meiryo UI" panose="020B0604030504040204" pitchFamily="50" charset="-128"/>
                  <a:cs typeface="Arial" panose="020B0604020202020204" pitchFamily="34" charset="0"/>
                </a:rPr>
                <a:t> </a:t>
              </a:r>
            </a:p>
          </p:txBody>
        </p:sp>
        <p:sp>
          <p:nvSpPr>
            <p:cNvPr id="10" name="円/楕円 56">
              <a:extLst>
                <a:ext uri="{FF2B5EF4-FFF2-40B4-BE49-F238E27FC236}">
                  <a16:creationId xmlns:a16="http://schemas.microsoft.com/office/drawing/2014/main" id="{FCB5310E-0742-61D4-A829-A98E1A79092C}"/>
                </a:ext>
              </a:extLst>
            </p:cNvPr>
            <p:cNvSpPr/>
            <p:nvPr/>
          </p:nvSpPr>
          <p:spPr>
            <a:xfrm>
              <a:off x="3138345" y="372862"/>
              <a:ext cx="3079255" cy="2746660"/>
            </a:xfrm>
            <a:prstGeom prst="ellipse">
              <a:avLst/>
            </a:prstGeom>
            <a:solidFill>
              <a:srgbClr val="C00000"/>
            </a:solidFill>
            <a:ln>
              <a:solidFill>
                <a:schemeClr val="bg1"/>
              </a:solidFill>
              <a:prstDash val="dash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r>
                <a:rPr lang="ja-JP" altLang="en-US" sz="1800" b="1" dirty="0">
                  <a:solidFill>
                    <a:srgbClr val="FFFFFF"/>
                  </a:solidFill>
                  <a:effectLst/>
                  <a:ea typeface="Meiryo UI" panose="020B0604030504040204" pitchFamily="50" charset="-128"/>
                  <a:cs typeface="Arial" panose="020B0604020202020204" pitchFamily="34" charset="0"/>
                </a:rPr>
                <a:t>　　　　　　　　　　　　　　　　　　　　　　　　　　　　</a:t>
              </a:r>
              <a:endParaRPr lang="en-US" altLang="ja-JP" sz="1800" b="1" dirty="0">
                <a:solidFill>
                  <a:srgbClr val="FFFFFF"/>
                </a:solidFill>
                <a:effectLst/>
                <a:ea typeface="Meiryo UI" panose="020B0604030504040204" pitchFamily="50" charset="-128"/>
                <a:cs typeface="Arial" panose="020B0604020202020204" pitchFamily="34" charset="0"/>
              </a:endParaRPr>
            </a:p>
            <a:p>
              <a:r>
                <a:rPr lang="en-US" altLang="ja-JP" sz="2400" b="1" dirty="0">
                  <a:solidFill>
                    <a:srgbClr val="FFFFFF"/>
                  </a:solidFill>
                  <a:ea typeface="Meiryo UI" panose="020B0604030504040204" pitchFamily="50" charset="-128"/>
                  <a:cs typeface="Arial" panose="020B0604020202020204" pitchFamily="34" charset="0"/>
                </a:rPr>
                <a:t>      </a:t>
              </a:r>
            </a:p>
            <a:p>
              <a:pPr algn="ctr"/>
              <a:r>
                <a:rPr lang="en-US" altLang="ja-JP" sz="2400" b="1" dirty="0" err="1">
                  <a:solidFill>
                    <a:srgbClr val="FFFFFF"/>
                  </a:solidFill>
                  <a:latin typeface="Arial Black" panose="020B0A04020102020204" pitchFamily="34" charset="0"/>
                  <a:ea typeface="Meiryo UI" panose="020B0604030504040204" pitchFamily="50" charset="-128"/>
                  <a:cs typeface="Arial" panose="020B0604020202020204" pitchFamily="34" charset="0"/>
                </a:rPr>
                <a:t>Fuhs</a:t>
              </a:r>
              <a:r>
                <a:rPr lang="ja-JP" altLang="en-US" sz="2400" b="1" dirty="0">
                  <a:solidFill>
                    <a:srgbClr val="FFFFFF"/>
                  </a:solidFill>
                  <a:ea typeface="Meiryo UI" panose="020B0604030504040204" pitchFamily="50" charset="-128"/>
                  <a:cs typeface="Arial" panose="020B0604020202020204" pitchFamily="34" charset="0"/>
                </a:rPr>
                <a:t> </a:t>
              </a:r>
              <a:r>
                <a:rPr lang="en-US" altLang="ja-JP" sz="2400" b="1" dirty="0">
                  <a:solidFill>
                    <a:srgbClr val="FFFFFF"/>
                  </a:solidFill>
                  <a:ea typeface="Meiryo UI" panose="020B0604030504040204" pitchFamily="50" charset="-128"/>
                  <a:cs typeface="Arial" panose="020B0604020202020204" pitchFamily="34" charset="0"/>
                </a:rPr>
                <a:t>café</a:t>
              </a:r>
            </a:p>
            <a:p>
              <a:endParaRPr lang="en-US" altLang="ja-JP" sz="800" b="1" dirty="0">
                <a:solidFill>
                  <a:srgbClr val="FFFFFF"/>
                </a:solidFill>
                <a:effectLst/>
                <a:ea typeface="Meiryo UI" panose="020B0604030504040204" pitchFamily="50" charset="-128"/>
                <a:cs typeface="Arial" panose="020B0604020202020204" pitchFamily="34" charset="0"/>
              </a:endParaRPr>
            </a:p>
            <a:p>
              <a:pPr algn="ctr"/>
              <a:r>
                <a:rPr lang="ja-JP" altLang="ja-JP" sz="1800" b="1" dirty="0">
                  <a:solidFill>
                    <a:srgbClr val="FFFFFF"/>
                  </a:solidFill>
                  <a:effectLst/>
                  <a:ea typeface="Meiryo UI" panose="020B0604030504040204" pitchFamily="50" charset="-128"/>
                  <a:cs typeface="Arial" panose="020B0604020202020204" pitchFamily="34" charset="0"/>
                </a:rPr>
                <a:t>ﾐﾝﾁﾐｰﾄを中心に自家製アレジを提供とともに自家製スイーツなどお楽しみください</a:t>
              </a:r>
              <a:r>
                <a:rPr lang="ja-JP" altLang="en-US" sz="1800" b="1" dirty="0">
                  <a:solidFill>
                    <a:srgbClr val="FFFFFF"/>
                  </a:solidFill>
                  <a:effectLst/>
                  <a:ea typeface="Meiryo UI" panose="020B0604030504040204" pitchFamily="50" charset="-128"/>
                  <a:cs typeface="Arial" panose="020B0604020202020204" pitchFamily="34" charset="0"/>
                </a:rPr>
                <a:t>。</a:t>
              </a:r>
              <a:endParaRPr lang="ja-JP" altLang="en-US" dirty="0"/>
            </a:p>
          </p:txBody>
        </p:sp>
        <p:sp>
          <p:nvSpPr>
            <p:cNvPr id="11" name="長方形 49">
              <a:extLst>
                <a:ext uri="{FF2B5EF4-FFF2-40B4-BE49-F238E27FC236}">
                  <a16:creationId xmlns:a16="http://schemas.microsoft.com/office/drawing/2014/main" id="{3AA00C76-A2DC-F7A5-35ED-ED03A2D110EA}"/>
                </a:ext>
              </a:extLst>
            </p:cNvPr>
            <p:cNvSpPr/>
            <p:nvPr/>
          </p:nvSpPr>
          <p:spPr>
            <a:xfrm>
              <a:off x="0" y="0"/>
              <a:ext cx="2991873" cy="7315200"/>
            </a:xfrm>
            <a:prstGeom prst="rect">
              <a:avLst/>
            </a:prstGeom>
            <a:solidFill>
              <a:schemeClr val="tx1">
                <a:lumMod val="85000"/>
                <a:lumOff val="1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>
                <a:lnSpc>
                  <a:spcPct val="80000"/>
                </a:lnSpc>
                <a:spcAft>
                  <a:spcPts val="800"/>
                </a:spcAft>
                <a:tabLst>
                  <a:tab pos="2628900" algn="l"/>
                </a:tabLst>
              </a:pPr>
              <a:r>
                <a:rPr lang="ja-JP" sz="900" b="1">
                  <a:solidFill>
                    <a:srgbClr val="FFFFFF"/>
                  </a:solidFill>
                  <a:effectLst/>
                  <a:latin typeface="Meiryo UI" panose="020B0604030504040204" pitchFamily="50" charset="-128"/>
                  <a:ea typeface="Meiryo UI" panose="020B0604030504040204" pitchFamily="50" charset="-128"/>
                  <a:cs typeface="Arial" panose="020B0604020202020204" pitchFamily="34" charset="0"/>
                </a:rPr>
                <a:t> </a:t>
              </a:r>
            </a:p>
          </p:txBody>
        </p:sp>
        <p:sp>
          <p:nvSpPr>
            <p:cNvPr id="14" name="長方形 50">
              <a:extLst>
                <a:ext uri="{FF2B5EF4-FFF2-40B4-BE49-F238E27FC236}">
                  <a16:creationId xmlns:a16="http://schemas.microsoft.com/office/drawing/2014/main" id="{E6D26529-1E37-C2BA-CD04-09C3E189FEF1}"/>
                </a:ext>
              </a:extLst>
            </p:cNvPr>
            <p:cNvSpPr/>
            <p:nvPr/>
          </p:nvSpPr>
          <p:spPr>
            <a:xfrm>
              <a:off x="700180" y="810491"/>
              <a:ext cx="2257111" cy="5873295"/>
            </a:xfrm>
            <a:prstGeom prst="rect">
              <a:avLst/>
            </a:prstGeom>
            <a:noFill/>
            <a:ln cmpd="thickThin">
              <a:solidFill>
                <a:schemeClr val="bg1"/>
              </a:solidFill>
              <a:prstDash val="sysDash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endParaRPr lang="ja-JP" altLang="en-US"/>
            </a:p>
          </p:txBody>
        </p:sp>
        <p:sp>
          <p:nvSpPr>
            <p:cNvPr id="15" name="テキスト ボックス 51">
              <a:extLst>
                <a:ext uri="{FF2B5EF4-FFF2-40B4-BE49-F238E27FC236}">
                  <a16:creationId xmlns:a16="http://schemas.microsoft.com/office/drawing/2014/main" id="{BA69B41B-6BEF-2F81-5867-72FFA530DB0D}"/>
                </a:ext>
              </a:extLst>
            </p:cNvPr>
            <p:cNvSpPr txBox="1"/>
            <p:nvPr/>
          </p:nvSpPr>
          <p:spPr>
            <a:xfrm>
              <a:off x="747992" y="3119522"/>
              <a:ext cx="2092544" cy="3450932"/>
            </a:xfrm>
            <a:prstGeom prst="rect">
              <a:avLst/>
            </a:prstGeom>
            <a:solidFill>
              <a:schemeClr val="tx1">
                <a:lumMod val="85000"/>
                <a:lumOff val="15000"/>
              </a:schemeClr>
            </a:solidFill>
            <a:ln>
              <a:noFill/>
            </a:ln>
            <a:effectLst/>
          </p:spPr>
          <p:style>
            <a:lnRef idx="0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dk1"/>
            </a:fontRef>
          </p:style>
          <p:txBody>
            <a:bodyPr rot="0" spcFirstLastPara="0" vert="horz" wrap="square" lIns="91440" tIns="0" rIns="91440" bIns="0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/>
            <a:p>
              <a:pPr>
                <a:lnSpc>
                  <a:spcPct val="80000"/>
                </a:lnSpc>
                <a:spcAft>
                  <a:spcPts val="800"/>
                </a:spcAft>
              </a:pPr>
              <a:r>
                <a:rPr lang="en-US" sz="900" b="0">
                  <a:solidFill>
                    <a:srgbClr val="FFFFFF"/>
                  </a:solidFill>
                  <a:effectLst/>
                  <a:latin typeface="Meiryo UI" panose="020B0604030504040204" pitchFamily="50" charset="-128"/>
                  <a:ea typeface="Meiryo UI" panose="020B0604030504040204" pitchFamily="50" charset="-128"/>
                  <a:cs typeface="Arial" panose="020B0604020202020204" pitchFamily="34" charset="0"/>
                </a:rPr>
                <a:t> </a:t>
              </a:r>
              <a:endParaRPr lang="ja-JP" sz="900" b="1">
                <a:solidFill>
                  <a:srgbClr val="FFFFFF"/>
                </a:solidFill>
                <a:effectLst/>
                <a:latin typeface="Meiryo UI" panose="020B0604030504040204" pitchFamily="50" charset="-128"/>
                <a:ea typeface="Meiryo UI" panose="020B0604030504040204" pitchFamily="50" charset="-128"/>
                <a:cs typeface="Arial" panose="020B0604020202020204" pitchFamily="34" charset="0"/>
              </a:endParaRPr>
            </a:p>
            <a:p>
              <a:pPr>
                <a:lnSpc>
                  <a:spcPct val="80000"/>
                </a:lnSpc>
                <a:spcAft>
                  <a:spcPts val="800"/>
                </a:spcAft>
              </a:pPr>
              <a:r>
                <a:rPr lang="en-US" sz="900" b="0">
                  <a:solidFill>
                    <a:srgbClr val="FFFFFF"/>
                  </a:solidFill>
                  <a:effectLst/>
                  <a:latin typeface="Meiryo UI" panose="020B0604030504040204" pitchFamily="50" charset="-128"/>
                  <a:ea typeface="Meiryo UI" panose="020B0604030504040204" pitchFamily="50" charset="-128"/>
                  <a:cs typeface="Arial" panose="020B0604020202020204" pitchFamily="34" charset="0"/>
                </a:rPr>
                <a:t> </a:t>
              </a:r>
              <a:endParaRPr lang="ja-JP" sz="900" b="1">
                <a:solidFill>
                  <a:srgbClr val="FFFFFF"/>
                </a:solidFill>
                <a:effectLst/>
                <a:latin typeface="Meiryo UI" panose="020B0604030504040204" pitchFamily="50" charset="-128"/>
                <a:ea typeface="Meiryo UI" panose="020B0604030504040204" pitchFamily="50" charset="-128"/>
                <a:cs typeface="Arial" panose="020B0604020202020204" pitchFamily="34" charset="0"/>
              </a:endParaRPr>
            </a:p>
          </p:txBody>
        </p:sp>
      </p:grpSp>
      <p:sp>
        <p:nvSpPr>
          <p:cNvPr id="5" name="Rectangle 3">
            <a:extLst>
              <a:ext uri="{FF2B5EF4-FFF2-40B4-BE49-F238E27FC236}">
                <a16:creationId xmlns:a16="http://schemas.microsoft.com/office/drawing/2014/main" id="{954AEE67-4E0B-74BF-18F4-DD3C29581724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0"/>
            <a:ext cx="121920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76176" rIns="91440" bIns="76176" numCol="1" anchor="ctr" anchorCtr="0" compatLnSpc="1">
            <a:prstTxWarp prst="textNoShape">
              <a:avLst/>
            </a:prstTxWarp>
            <a:spAutoFit/>
          </a:bodyPr>
          <a:lstStyle/>
          <a:p>
            <a:endParaRPr lang="ja-JP" altLang="en-US"/>
          </a:p>
        </p:txBody>
      </p:sp>
      <p:grpSp>
        <p:nvGrpSpPr>
          <p:cNvPr id="17" name="グループ化 16">
            <a:extLst>
              <a:ext uri="{FF2B5EF4-FFF2-40B4-BE49-F238E27FC236}">
                <a16:creationId xmlns:a16="http://schemas.microsoft.com/office/drawing/2014/main" id="{037B67E8-7D11-A64F-F265-ED8FBF9FE3D7}"/>
              </a:ext>
            </a:extLst>
          </p:cNvPr>
          <p:cNvGrpSpPr/>
          <p:nvPr/>
        </p:nvGrpSpPr>
        <p:grpSpPr>
          <a:xfrm>
            <a:off x="1023654" y="1159930"/>
            <a:ext cx="2654457" cy="5698071"/>
            <a:chOff x="3512751" y="1468950"/>
            <a:chExt cx="2662014" cy="6301547"/>
          </a:xfrm>
        </p:grpSpPr>
        <p:sp>
          <p:nvSpPr>
            <p:cNvPr id="4" name="テキスト ボックス 1">
              <a:extLst>
                <a:ext uri="{FF2B5EF4-FFF2-40B4-BE49-F238E27FC236}">
                  <a16:creationId xmlns:a16="http://schemas.microsoft.com/office/drawing/2014/main" id="{0F4617AB-4768-7549-9FC1-6194E4706137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3671323" y="1468950"/>
              <a:ext cx="2259333" cy="4845143"/>
            </a:xfrm>
            <a:prstGeom prst="rect">
              <a:avLst/>
            </a:prstGeom>
            <a:solidFill>
              <a:srgbClr val="292929"/>
            </a:solidFill>
            <a:ln w="6350">
              <a:solidFill>
                <a:srgbClr val="292929"/>
              </a:solidFill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endParaRPr kumimoji="0" lang="en-US" altLang="ja-JP" sz="2200" b="1" i="0" u="none" strike="noStrike" cap="none" normalizeH="0" baseline="0" dirty="0">
                <a:ln>
                  <a:noFill/>
                </a:ln>
                <a:solidFill>
                  <a:srgbClr val="FFFFFF"/>
                </a:solidFill>
                <a:effectLst/>
                <a:latin typeface="Berlin Sans FB Demi" panose="020E0802020502020306" pitchFamily="34" charset="0"/>
                <a:ea typeface="Meiryo UI" panose="020B0604030504040204" pitchFamily="50" charset="-128"/>
                <a:cs typeface="Arial" panose="020B0604020202020204" pitchFamily="34" charset="0"/>
              </a:endParaRPr>
            </a:p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endParaRPr kumimoji="0" lang="en-US" altLang="ja-JP" sz="2200" b="1" dirty="0">
                <a:solidFill>
                  <a:srgbClr val="FFFFFF"/>
                </a:solidFill>
                <a:latin typeface="Berlin Sans FB Demi" panose="020E0802020502020306" pitchFamily="34" charset="0"/>
                <a:ea typeface="Meiryo UI" panose="020B0604030504040204" pitchFamily="50" charset="-128"/>
                <a:cs typeface="Arial" panose="020B0604020202020204" pitchFamily="34" charset="0"/>
              </a:endParaRPr>
            </a:p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r>
                <a:rPr kumimoji="0" lang="ja-JP" altLang="en-US" sz="2200" b="1" dirty="0">
                  <a:solidFill>
                    <a:srgbClr val="FFFFFF"/>
                  </a:solidFill>
                  <a:latin typeface="Berlin Sans FB Demi" panose="020E0802020502020306" pitchFamily="34" charset="0"/>
                  <a:ea typeface="Meiryo UI" panose="020B0604030504040204" pitchFamily="50" charset="-128"/>
                  <a:cs typeface="Arial" panose="020B0604020202020204" pitchFamily="34" charset="0"/>
                </a:rPr>
                <a:t> 　　美容ルーム</a:t>
              </a:r>
              <a:r>
                <a:rPr kumimoji="0" lang="en-US" altLang="ja-JP" sz="4000" b="1" i="0" u="none" strike="noStrike" cap="none" normalizeH="0" baseline="0" dirty="0">
                  <a:ln>
                    <a:noFill/>
                  </a:ln>
                  <a:solidFill>
                    <a:srgbClr val="FFFFFF"/>
                  </a:solidFill>
                  <a:effectLst/>
                  <a:latin typeface="Berlin Sans FB Demi" panose="020E0802020502020306" pitchFamily="34" charset="0"/>
                  <a:ea typeface="Meiryo UI" panose="020B0604030504040204" pitchFamily="50" charset="-128"/>
                  <a:cs typeface="Arial" panose="020B0604020202020204" pitchFamily="34" charset="0"/>
                </a:rPr>
                <a:t>==</a:t>
              </a:r>
              <a:r>
                <a:rPr kumimoji="0" lang="en-US" altLang="ja-JP" sz="4000" b="1" i="0" u="none" strike="noStrike" cap="none" normalizeH="0" baseline="0" dirty="0" err="1">
                  <a:ln>
                    <a:noFill/>
                  </a:ln>
                  <a:solidFill>
                    <a:srgbClr val="FFFFFF"/>
                  </a:solidFill>
                  <a:effectLst/>
                  <a:latin typeface="Berlin Sans FB Demi" panose="020E0802020502020306" pitchFamily="34" charset="0"/>
                  <a:ea typeface="Meiryo UI" panose="020B0604030504040204" pitchFamily="50" charset="-128"/>
                  <a:cs typeface="Arial" panose="020B0604020202020204" pitchFamily="34" charset="0"/>
                </a:rPr>
                <a:t>Fuhs</a:t>
              </a:r>
              <a:r>
                <a:rPr kumimoji="0" lang="en-US" altLang="ja-JP" sz="4000" b="1" i="0" u="none" strike="noStrike" cap="none" normalizeH="0" baseline="0" dirty="0">
                  <a:ln>
                    <a:noFill/>
                  </a:ln>
                  <a:solidFill>
                    <a:srgbClr val="FFFFFF"/>
                  </a:solidFill>
                  <a:effectLst/>
                  <a:latin typeface="Berlin Sans FB Demi" panose="020E0802020502020306" pitchFamily="34" charset="0"/>
                  <a:ea typeface="Meiryo UI" panose="020B0604030504040204" pitchFamily="50" charset="-128"/>
                  <a:cs typeface="Arial" panose="020B0604020202020204" pitchFamily="34" charset="0"/>
                </a:rPr>
                <a:t>==</a:t>
              </a:r>
              <a:endParaRPr kumimoji="0" lang="en-US" altLang="ja-JP" sz="4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endParaRPr>
            </a:p>
          </p:txBody>
        </p:sp>
        <p:sp>
          <p:nvSpPr>
            <p:cNvPr id="6" name="Rectangle 5">
              <a:extLst>
                <a:ext uri="{FF2B5EF4-FFF2-40B4-BE49-F238E27FC236}">
                  <a16:creationId xmlns:a16="http://schemas.microsoft.com/office/drawing/2014/main" id="{09BDB0DD-3FCE-3C5E-35AB-7EF133238AB3}"/>
                </a:ext>
              </a:extLst>
            </p:cNvPr>
            <p:cNvSpPr>
              <a:spLocks noChangeArrowheads="1"/>
            </p:cNvSpPr>
            <p:nvPr/>
          </p:nvSpPr>
          <p:spPr bwMode="auto">
            <a:xfrm rot="10800000" flipV="1">
              <a:off x="3512751" y="1728933"/>
              <a:ext cx="2662014" cy="6041564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vert="horz" wrap="square" lIns="91440" tIns="76176" rIns="91440" bIns="76176" numCol="1" anchor="ctr" anchorCtr="0" compatLnSpc="1">
              <a:prstTxWarp prst="textNoShape">
                <a:avLst/>
              </a:prstTxWarp>
              <a:spAutoFit/>
            </a:bodyPr>
            <a:lstStyle/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endParaRPr kumimoji="0" lang="en-US" altLang="ja-JP" sz="1200" b="1" dirty="0">
                <a:solidFill>
                  <a:srgbClr val="FFFFFF"/>
                </a:solidFill>
                <a:latin typeface="Meiryo UI" panose="020B0604030504040204" pitchFamily="50" charset="-128"/>
                <a:ea typeface="Meiryo UI" panose="020B0604030504040204" pitchFamily="50" charset="-128"/>
                <a:cs typeface="Times New Roman" panose="02020603050405020304" pitchFamily="18" charset="0"/>
              </a:endParaRPr>
            </a:p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endParaRPr kumimoji="0" lang="en-US" altLang="ja-JP" sz="1200" b="1" dirty="0">
                <a:solidFill>
                  <a:srgbClr val="FFFFFF"/>
                </a:solidFill>
                <a:latin typeface="Meiryo UI" panose="020B0604030504040204" pitchFamily="50" charset="-128"/>
                <a:ea typeface="Meiryo UI" panose="020B0604030504040204" pitchFamily="50" charset="-128"/>
                <a:cs typeface="Times New Roman" panose="02020603050405020304" pitchFamily="18" charset="0"/>
              </a:endParaRPr>
            </a:p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endParaRPr kumimoji="0" lang="en-US" altLang="ja-JP" sz="1200" b="1" dirty="0">
                <a:solidFill>
                  <a:srgbClr val="FFFFFF"/>
                </a:solidFill>
                <a:latin typeface="Meiryo UI" panose="020B0604030504040204" pitchFamily="50" charset="-128"/>
                <a:ea typeface="Meiryo UI" panose="020B0604030504040204" pitchFamily="50" charset="-128"/>
                <a:cs typeface="Times New Roman" panose="02020603050405020304" pitchFamily="18" charset="0"/>
              </a:endParaRPr>
            </a:p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endParaRPr kumimoji="0" lang="en-US" altLang="ja-JP" sz="1200" b="1" dirty="0">
                <a:solidFill>
                  <a:srgbClr val="FFFFFF"/>
                </a:solidFill>
                <a:latin typeface="Meiryo UI" panose="020B0604030504040204" pitchFamily="50" charset="-128"/>
                <a:ea typeface="Meiryo UI" panose="020B0604030504040204" pitchFamily="50" charset="-128"/>
                <a:cs typeface="Times New Roman" panose="02020603050405020304" pitchFamily="18" charset="0"/>
              </a:endParaRPr>
            </a:p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endParaRPr kumimoji="0" lang="en-US" altLang="ja-JP" sz="1300" b="1" dirty="0">
                <a:solidFill>
                  <a:srgbClr val="FFFFFF"/>
                </a:solidFill>
                <a:latin typeface="Meiryo UI" panose="020B0604030504040204" pitchFamily="50" charset="-128"/>
                <a:ea typeface="Meiryo UI" panose="020B0604030504040204" pitchFamily="50" charset="-128"/>
                <a:cs typeface="Times New Roman" panose="02020603050405020304" pitchFamily="18" charset="0"/>
              </a:endParaRPr>
            </a:p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r>
                <a:rPr kumimoji="0" lang="ja-JP" altLang="en-US" sz="1300" b="1" dirty="0">
                  <a:solidFill>
                    <a:srgbClr val="FFFFFF"/>
                  </a:solidFill>
                  <a:latin typeface="Meiryo UI" panose="020B0604030504040204" pitchFamily="50" charset="-128"/>
                  <a:ea typeface="Meiryo UI" panose="020B0604030504040204" pitchFamily="50" charset="-128"/>
                  <a:cs typeface="Times New Roman" panose="02020603050405020304" pitchFamily="18" charset="0"/>
                </a:rPr>
                <a:t>　　</a:t>
              </a:r>
              <a:endParaRPr kumimoji="0" lang="en-US" altLang="ja-JP" sz="1300" b="1" dirty="0">
                <a:solidFill>
                  <a:srgbClr val="FFFFFF"/>
                </a:solidFill>
                <a:latin typeface="Meiryo UI" panose="020B0604030504040204" pitchFamily="50" charset="-128"/>
                <a:ea typeface="Meiryo UI" panose="020B0604030504040204" pitchFamily="50" charset="-128"/>
                <a:cs typeface="Times New Roman" panose="02020603050405020304" pitchFamily="18" charset="0"/>
              </a:endParaRPr>
            </a:p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endParaRPr kumimoji="0" lang="en-US" altLang="ja-JP" sz="1300" b="1" dirty="0">
                <a:solidFill>
                  <a:srgbClr val="FFFFFF"/>
                </a:solidFill>
                <a:latin typeface="Meiryo UI" panose="020B0604030504040204" pitchFamily="50" charset="-128"/>
                <a:ea typeface="Meiryo UI" panose="020B0604030504040204" pitchFamily="50" charset="-128"/>
                <a:cs typeface="Times New Roman" panose="02020603050405020304" pitchFamily="18" charset="0"/>
              </a:endParaRPr>
            </a:p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endParaRPr kumimoji="0" lang="en-US" altLang="ja-JP" sz="1300" b="1" dirty="0">
                <a:solidFill>
                  <a:srgbClr val="FFFFFF"/>
                </a:solidFill>
                <a:latin typeface="Meiryo UI" panose="020B0604030504040204" pitchFamily="50" charset="-128"/>
                <a:ea typeface="Meiryo UI" panose="020B0604030504040204" pitchFamily="50" charset="-128"/>
                <a:cs typeface="Times New Roman" panose="02020603050405020304" pitchFamily="18" charset="0"/>
              </a:endParaRPr>
            </a:p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r>
                <a:rPr kumimoji="0" lang="ja-JP" altLang="en-US" sz="1300" b="1" dirty="0">
                  <a:solidFill>
                    <a:srgbClr val="FFFFFF"/>
                  </a:solidFill>
                  <a:latin typeface="Meiryo UI" panose="020B0604030504040204" pitchFamily="50" charset="-128"/>
                  <a:ea typeface="Meiryo UI" panose="020B0604030504040204" pitchFamily="50" charset="-128"/>
                  <a:cs typeface="Times New Roman" panose="02020603050405020304" pitchFamily="18" charset="0"/>
                </a:rPr>
                <a:t>高校卒業後、東京美容専門学院へ入学、卒業し、町田小田急ビューティー田中でインターンとして入社をし、まもなく美容師である母が柿生下麻生にて、美容室サロンドフラワーを</a:t>
              </a:r>
              <a:r>
                <a:rPr kumimoji="0" lang="en-US" altLang="ja-JP" sz="1300" b="1" dirty="0">
                  <a:solidFill>
                    <a:srgbClr val="FFFFFF"/>
                  </a:solidFill>
                  <a:latin typeface="Meiryo UI" panose="020B0604030504040204" pitchFamily="50" charset="-128"/>
                  <a:ea typeface="Meiryo UI" panose="020B0604030504040204" pitchFamily="50" charset="-128"/>
                  <a:cs typeface="Times New Roman" panose="02020603050405020304" pitchFamily="18" charset="0"/>
                </a:rPr>
                <a:t>open</a:t>
              </a:r>
              <a:r>
                <a:rPr kumimoji="0" lang="ja-JP" altLang="en-US" sz="1300" b="1" dirty="0">
                  <a:solidFill>
                    <a:srgbClr val="FFFFFF"/>
                  </a:solidFill>
                  <a:latin typeface="Meiryo UI" panose="020B0604030504040204" pitchFamily="50" charset="-128"/>
                  <a:ea typeface="Meiryo UI" panose="020B0604030504040204" pitchFamily="50" charset="-128"/>
                  <a:cs typeface="Times New Roman" panose="02020603050405020304" pitchFamily="18" charset="0"/>
                </a:rPr>
                <a:t>した事で、母と一緒に店を営んで参りました。その後全国チェーンのイワサキで</a:t>
              </a:r>
              <a:r>
                <a:rPr kumimoji="0" lang="en-US" altLang="ja-JP" sz="1300" b="1" dirty="0">
                  <a:solidFill>
                    <a:srgbClr val="FFFFFF"/>
                  </a:solidFill>
                  <a:latin typeface="Meiryo UI" panose="020B0604030504040204" pitchFamily="50" charset="-128"/>
                  <a:ea typeface="Meiryo UI" panose="020B0604030504040204" pitchFamily="50" charset="-128"/>
                  <a:cs typeface="Times New Roman" panose="02020603050405020304" pitchFamily="18" charset="0"/>
                </a:rPr>
                <a:t>15</a:t>
              </a:r>
              <a:r>
                <a:rPr kumimoji="0" lang="ja-JP" altLang="en-US" sz="1300" b="1" dirty="0">
                  <a:solidFill>
                    <a:srgbClr val="FFFFFF"/>
                  </a:solidFill>
                  <a:latin typeface="Meiryo UI" panose="020B0604030504040204" pitchFamily="50" charset="-128"/>
                  <a:ea typeface="Meiryo UI" panose="020B0604030504040204" pitchFamily="50" charset="-128"/>
                  <a:cs typeface="Times New Roman" panose="02020603050405020304" pitchFamily="18" charset="0"/>
                </a:rPr>
                <a:t>年の勤務を経て、念願の</a:t>
              </a:r>
              <a:r>
                <a:rPr kumimoji="0" lang="en-US" altLang="ja-JP" sz="1300" b="1" dirty="0">
                  <a:solidFill>
                    <a:srgbClr val="FFFFFF"/>
                  </a:solidFill>
                  <a:latin typeface="Meiryo UI" panose="020B0604030504040204" pitchFamily="50" charset="-128"/>
                  <a:ea typeface="Meiryo UI" panose="020B0604030504040204" pitchFamily="50" charset="-128"/>
                  <a:cs typeface="Times New Roman" panose="02020603050405020304" pitchFamily="18" charset="0"/>
                </a:rPr>
                <a:t>my</a:t>
              </a:r>
              <a:r>
                <a:rPr kumimoji="0" lang="ja-JP" altLang="en-US" sz="1300" b="1" dirty="0">
                  <a:solidFill>
                    <a:srgbClr val="FFFFFF"/>
                  </a:solidFill>
                  <a:latin typeface="Meiryo UI" panose="020B0604030504040204" pitchFamily="50" charset="-128"/>
                  <a:ea typeface="Meiryo UI" panose="020B0604030504040204" pitchFamily="50" charset="-128"/>
                  <a:cs typeface="Times New Roman" panose="02020603050405020304" pitchFamily="18" charset="0"/>
                </a:rPr>
                <a:t>サロンを</a:t>
              </a:r>
              <a:r>
                <a:rPr kumimoji="0" lang="en-US" altLang="ja-JP" sz="1300" b="1" dirty="0">
                  <a:solidFill>
                    <a:srgbClr val="FFFFFF"/>
                  </a:solidFill>
                  <a:latin typeface="Meiryo UI" panose="020B0604030504040204" pitchFamily="50" charset="-128"/>
                  <a:ea typeface="Meiryo UI" panose="020B0604030504040204" pitchFamily="50" charset="-128"/>
                  <a:cs typeface="Times New Roman" panose="02020603050405020304" pitchFamily="18" charset="0"/>
                </a:rPr>
                <a:t>open</a:t>
              </a:r>
              <a:r>
                <a:rPr kumimoji="0" lang="ja-JP" altLang="en-US" sz="1300" b="1" dirty="0">
                  <a:solidFill>
                    <a:srgbClr val="FFFFFF"/>
                  </a:solidFill>
                  <a:latin typeface="Meiryo UI" panose="020B0604030504040204" pitchFamily="50" charset="-128"/>
                  <a:ea typeface="Meiryo UI" panose="020B0604030504040204" pitchFamily="50" charset="-128"/>
                  <a:cs typeface="Times New Roman" panose="02020603050405020304" pitchFamily="18" charset="0"/>
                </a:rPr>
                <a:t>する事ができました！　店名は私の名前を用いて、　　「</a:t>
              </a:r>
              <a:r>
                <a:rPr kumimoji="0" lang="en-US" altLang="ja-JP" sz="1300" b="1" dirty="0">
                  <a:solidFill>
                    <a:srgbClr val="FFFFFF"/>
                  </a:solidFill>
                  <a:latin typeface="Meiryo UI" panose="020B0604030504040204" pitchFamily="50" charset="-128"/>
                  <a:ea typeface="Meiryo UI" panose="020B0604030504040204" pitchFamily="50" charset="-128"/>
                  <a:cs typeface="Times New Roman" panose="02020603050405020304" pitchFamily="18" charset="0"/>
                </a:rPr>
                <a:t>==</a:t>
              </a:r>
              <a:r>
                <a:rPr kumimoji="0" lang="ja-JP" altLang="en-US" sz="1300" b="1" dirty="0">
                  <a:solidFill>
                    <a:srgbClr val="FFFFFF"/>
                  </a:solidFill>
                  <a:latin typeface="Meiryo UI" panose="020B0604030504040204" pitchFamily="50" charset="-128"/>
                  <a:ea typeface="Meiryo UI" panose="020B0604030504040204" pitchFamily="50" charset="-128"/>
                  <a:cs typeface="Times New Roman" panose="02020603050405020304" pitchFamily="18" charset="0"/>
                </a:rPr>
                <a:t>フーズ</a:t>
              </a:r>
              <a:r>
                <a:rPr kumimoji="0" lang="en-US" altLang="ja-JP" sz="1300" b="1" dirty="0">
                  <a:solidFill>
                    <a:srgbClr val="FFFFFF"/>
                  </a:solidFill>
                  <a:latin typeface="Meiryo UI" panose="020B0604030504040204" pitchFamily="50" charset="-128"/>
                  <a:ea typeface="Meiryo UI" panose="020B0604030504040204" pitchFamily="50" charset="-128"/>
                  <a:cs typeface="Times New Roman" panose="02020603050405020304" pitchFamily="18" charset="0"/>
                </a:rPr>
                <a:t>==</a:t>
              </a:r>
              <a:r>
                <a:rPr kumimoji="0" lang="ja-JP" altLang="en-US" sz="1300" b="1" dirty="0">
                  <a:solidFill>
                    <a:srgbClr val="FFFFFF"/>
                  </a:solidFill>
                  <a:latin typeface="Meiryo UI" panose="020B0604030504040204" pitchFamily="50" charset="-128"/>
                  <a:ea typeface="Meiryo UI" panose="020B0604030504040204" pitchFamily="50" charset="-128"/>
                  <a:cs typeface="Times New Roman" panose="02020603050405020304" pitchFamily="18" charset="0"/>
                </a:rPr>
                <a:t>」としました。テイクアウトカフェと共に、皆様に愛され、親しんでいただけますと幸いです。</a:t>
              </a:r>
            </a:p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r>
                <a:rPr kumimoji="0" lang="ja-JP" altLang="en-US" sz="1300" b="1" dirty="0">
                  <a:solidFill>
                    <a:srgbClr val="FFFFFF"/>
                  </a:solidFill>
                  <a:latin typeface="Meiryo UI" panose="020B0604030504040204" pitchFamily="50" charset="-128"/>
                  <a:ea typeface="Meiryo UI" panose="020B0604030504040204" pitchFamily="50" charset="-128"/>
                  <a:cs typeface="Times New Roman" panose="02020603050405020304" pitchFamily="18" charset="0"/>
                </a:rPr>
                <a:t>どうぞ、よろしくお願いいたします。</a:t>
              </a:r>
            </a:p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endParaRPr kumimoji="0" lang="ja-JP" altLang="en-US" sz="1300" b="1" dirty="0">
                <a:solidFill>
                  <a:srgbClr val="FFFFFF"/>
                </a:solidFill>
                <a:latin typeface="Meiryo UI" panose="020B0604030504040204" pitchFamily="50" charset="-128"/>
                <a:ea typeface="Meiryo UI" panose="020B0604030504040204" pitchFamily="50" charset="-128"/>
                <a:cs typeface="Times New Roman" panose="02020603050405020304" pitchFamily="18" charset="0"/>
              </a:endParaRPr>
            </a:p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r>
                <a:rPr kumimoji="0" lang="en-US" altLang="ja-JP" sz="1300" b="1" dirty="0" err="1">
                  <a:solidFill>
                    <a:srgbClr val="FFFFFF"/>
                  </a:solidFill>
                  <a:latin typeface="Meiryo UI" panose="020B0604030504040204" pitchFamily="50" charset="-128"/>
                  <a:ea typeface="Meiryo UI" panose="020B0604030504040204" pitchFamily="50" charset="-128"/>
                  <a:cs typeface="Times New Roman" panose="02020603050405020304" pitchFamily="18" charset="0"/>
                </a:rPr>
                <a:t>Fuhs</a:t>
              </a:r>
              <a:r>
                <a:rPr kumimoji="0" lang="en-US" altLang="ja-JP" sz="1300" b="1" dirty="0">
                  <a:solidFill>
                    <a:srgbClr val="FFFFFF"/>
                  </a:solidFill>
                  <a:latin typeface="Meiryo UI" panose="020B0604030504040204" pitchFamily="50" charset="-128"/>
                  <a:ea typeface="Meiryo UI" panose="020B0604030504040204" pitchFamily="50" charset="-128"/>
                  <a:cs typeface="Times New Roman" panose="02020603050405020304" pitchFamily="18" charset="0"/>
                </a:rPr>
                <a:t>✴️</a:t>
              </a:r>
              <a:r>
                <a:rPr kumimoji="0" lang="ja-JP" altLang="en-US" sz="1300" b="1" dirty="0">
                  <a:solidFill>
                    <a:srgbClr val="FFFFFF"/>
                  </a:solidFill>
                  <a:latin typeface="Meiryo UI" panose="020B0604030504040204" pitchFamily="50" charset="-128"/>
                  <a:ea typeface="Meiryo UI" panose="020B0604030504040204" pitchFamily="50" charset="-128"/>
                  <a:cs typeface="Times New Roman" panose="02020603050405020304" pitchFamily="18" charset="0"/>
                </a:rPr>
                <a:t>林富士子</a:t>
              </a:r>
              <a:br>
                <a:rPr kumimoji="0" lang="ja-JP" altLang="ja-JP" sz="1200" b="0" i="0" u="none" strike="noStrike" cap="none" normalizeH="0" baseline="0" dirty="0">
                  <a:ln>
                    <a:noFill/>
                  </a:ln>
                  <a:solidFill>
                    <a:schemeClr val="tx1"/>
                  </a:solidFill>
                  <a:effectLst/>
                </a:rPr>
              </a:br>
              <a:endParaRPr kumimoji="0" lang="ja-JP" altLang="ja-JP" sz="12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endParaRPr>
            </a:p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endParaRPr kumimoji="0" lang="ja-JP" altLang="ja-JP" sz="12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endParaRPr>
            </a:p>
          </p:txBody>
        </p:sp>
      </p:grpSp>
      <p:sp>
        <p:nvSpPr>
          <p:cNvPr id="2" name="テキスト ボックス 1">
            <a:extLst>
              <a:ext uri="{FF2B5EF4-FFF2-40B4-BE49-F238E27FC236}">
                <a16:creationId xmlns:a16="http://schemas.microsoft.com/office/drawing/2014/main" id="{5372A70B-FF68-A4CE-CB5A-30F47A776B3A}"/>
              </a:ext>
            </a:extLst>
          </p:cNvPr>
          <p:cNvSpPr txBox="1"/>
          <p:nvPr/>
        </p:nvSpPr>
        <p:spPr>
          <a:xfrm>
            <a:off x="4280361" y="4961457"/>
            <a:ext cx="3375336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kumimoji="1" lang="ja-JP" altLang="en-US" dirty="0">
                <a:solidFill>
                  <a:schemeClr val="bg1"/>
                </a:solidFill>
              </a:rPr>
              <a:t>住所：町田市鶴川</a:t>
            </a:r>
            <a:r>
              <a:rPr kumimoji="1" lang="en-US" altLang="ja-JP" dirty="0">
                <a:solidFill>
                  <a:schemeClr val="bg1"/>
                </a:solidFill>
              </a:rPr>
              <a:t>2</a:t>
            </a:r>
            <a:r>
              <a:rPr kumimoji="1" lang="ja-JP" altLang="en-US" dirty="0">
                <a:solidFill>
                  <a:schemeClr val="bg1"/>
                </a:solidFill>
              </a:rPr>
              <a:t>丁目</a:t>
            </a:r>
            <a:r>
              <a:rPr kumimoji="1" lang="en-US" altLang="ja-JP" dirty="0">
                <a:solidFill>
                  <a:schemeClr val="bg1"/>
                </a:solidFill>
              </a:rPr>
              <a:t>14-13</a:t>
            </a:r>
            <a:endParaRPr kumimoji="1" lang="ja-JP" altLang="en-US" dirty="0">
              <a:solidFill>
                <a:schemeClr val="bg1"/>
              </a:solidFill>
            </a:endParaRPr>
          </a:p>
        </p:txBody>
      </p:sp>
      <p:sp>
        <p:nvSpPr>
          <p:cNvPr id="3" name="テキスト ボックス 2">
            <a:extLst>
              <a:ext uri="{FF2B5EF4-FFF2-40B4-BE49-F238E27FC236}">
                <a16:creationId xmlns:a16="http://schemas.microsoft.com/office/drawing/2014/main" id="{24D6265F-DE31-C3C4-689A-99A1AD0E4CF9}"/>
              </a:ext>
            </a:extLst>
          </p:cNvPr>
          <p:cNvSpPr txBox="1"/>
          <p:nvPr/>
        </p:nvSpPr>
        <p:spPr>
          <a:xfrm>
            <a:off x="3887431" y="5261968"/>
            <a:ext cx="415304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kumimoji="1" lang="ja-JP" altLang="en-US" dirty="0">
                <a:solidFill>
                  <a:schemeClr val="bg1"/>
                </a:solidFill>
              </a:rPr>
              <a:t>鶴川団地セントラル商店街 横浜銀行前</a:t>
            </a:r>
          </a:p>
        </p:txBody>
      </p:sp>
      <p:sp>
        <p:nvSpPr>
          <p:cNvPr id="20" name="テキスト ボックス 19">
            <a:extLst>
              <a:ext uri="{FF2B5EF4-FFF2-40B4-BE49-F238E27FC236}">
                <a16:creationId xmlns:a16="http://schemas.microsoft.com/office/drawing/2014/main" id="{CA74A620-ED83-2224-FBF2-0844E5FE2462}"/>
              </a:ext>
            </a:extLst>
          </p:cNvPr>
          <p:cNvSpPr txBox="1"/>
          <p:nvPr/>
        </p:nvSpPr>
        <p:spPr>
          <a:xfrm>
            <a:off x="3981570" y="5538163"/>
            <a:ext cx="4091327" cy="175432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ja-JP" altLang="en-US" dirty="0">
                <a:solidFill>
                  <a:schemeClr val="bg1"/>
                </a:solidFill>
              </a:rPr>
              <a:t> 営業時間：９：３０～気まぐれ時間</a:t>
            </a:r>
            <a:endParaRPr lang="en-US" altLang="ja-JP" dirty="0">
              <a:solidFill>
                <a:schemeClr val="bg1"/>
              </a:solidFill>
            </a:endParaRPr>
          </a:p>
          <a:p>
            <a:r>
              <a:rPr lang="ja-JP" altLang="en-US" dirty="0">
                <a:solidFill>
                  <a:schemeClr val="bg1"/>
                </a:solidFill>
              </a:rPr>
              <a:t>　美容ﾙｰﾑ 受付終了：１７：００</a:t>
            </a:r>
            <a:endParaRPr lang="en-US" altLang="ja-JP" dirty="0">
              <a:solidFill>
                <a:schemeClr val="bg1"/>
              </a:solidFill>
            </a:endParaRPr>
          </a:p>
          <a:p>
            <a:r>
              <a:rPr kumimoji="1" lang="ja-JP" altLang="en-US" dirty="0">
                <a:solidFill>
                  <a:schemeClr val="bg1"/>
                </a:solidFill>
              </a:rPr>
              <a:t>休 日：毎週月曜日・その他毎月告知</a:t>
            </a:r>
            <a:endParaRPr kumimoji="1" lang="en-US" altLang="ja-JP" dirty="0">
              <a:solidFill>
                <a:schemeClr val="bg1"/>
              </a:solidFill>
            </a:endParaRPr>
          </a:p>
          <a:p>
            <a:r>
              <a:rPr lang="ja-JP" altLang="en-US" b="1" dirty="0">
                <a:solidFill>
                  <a:srgbClr val="FF0000"/>
                </a:solidFill>
              </a:rPr>
              <a:t>予約℡：０４２－７３３－３８１１</a:t>
            </a:r>
            <a:endParaRPr kumimoji="1" lang="en-US" altLang="ja-JP" b="1" dirty="0">
              <a:solidFill>
                <a:srgbClr val="FF0000"/>
              </a:solidFill>
            </a:endParaRPr>
          </a:p>
          <a:p>
            <a:endParaRPr kumimoji="1" lang="en-US" altLang="ja-JP" dirty="0">
              <a:solidFill>
                <a:schemeClr val="bg1"/>
              </a:solidFill>
            </a:endParaRPr>
          </a:p>
          <a:p>
            <a:endParaRPr kumimoji="1" lang="ja-JP" altLang="en-US" dirty="0">
              <a:solidFill>
                <a:schemeClr val="bg1"/>
              </a:solidFill>
            </a:endParaRPr>
          </a:p>
        </p:txBody>
      </p:sp>
      <p:pic>
        <p:nvPicPr>
          <p:cNvPr id="25" name="図 24">
            <a:extLst>
              <a:ext uri="{FF2B5EF4-FFF2-40B4-BE49-F238E27FC236}">
                <a16:creationId xmlns:a16="http://schemas.microsoft.com/office/drawing/2014/main" id="{914F7A7A-AA88-E7CD-EBD9-7FDD0399E16E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812486" y="3108445"/>
            <a:ext cx="4311213" cy="1823339"/>
          </a:xfrm>
          <a:prstGeom prst="rect">
            <a:avLst/>
          </a:prstGeom>
        </p:spPr>
      </p:pic>
      <p:pic>
        <p:nvPicPr>
          <p:cNvPr id="27" name="図 26">
            <a:extLst>
              <a:ext uri="{FF2B5EF4-FFF2-40B4-BE49-F238E27FC236}">
                <a16:creationId xmlns:a16="http://schemas.microsoft.com/office/drawing/2014/main" id="{852759D8-2722-CA16-98F5-EDC2173C16A7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795687" y="808424"/>
            <a:ext cx="1006782" cy="901994"/>
          </a:xfrm>
          <a:prstGeom prst="rect">
            <a:avLst/>
          </a:prstGeom>
          <a:solidFill>
            <a:schemeClr val="bg1"/>
          </a:solidFill>
        </p:spPr>
      </p:pic>
      <p:pic>
        <p:nvPicPr>
          <p:cNvPr id="29" name="図 28">
            <a:extLst>
              <a:ext uri="{FF2B5EF4-FFF2-40B4-BE49-F238E27FC236}">
                <a16:creationId xmlns:a16="http://schemas.microsoft.com/office/drawing/2014/main" id="{21A33DDB-70E6-51D4-0B35-9F8CB86B5F64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429896" y="294437"/>
            <a:ext cx="961738" cy="861639"/>
          </a:xfrm>
          <a:prstGeom prst="rect">
            <a:avLst/>
          </a:prstGeom>
          <a:solidFill>
            <a:schemeClr val="bg1"/>
          </a:solidFill>
        </p:spPr>
      </p:pic>
      <p:pic>
        <p:nvPicPr>
          <p:cNvPr id="18" name="図 17">
            <a:extLst>
              <a:ext uri="{FF2B5EF4-FFF2-40B4-BE49-F238E27FC236}">
                <a16:creationId xmlns:a16="http://schemas.microsoft.com/office/drawing/2014/main" id="{4D65E76D-0A60-23F6-F222-8E9E753EFD87}"/>
              </a:ext>
            </a:extLst>
          </p:cNvPr>
          <p:cNvPicPr>
            <a:picLocks noChangeAspect="1"/>
          </p:cNvPicPr>
          <p:nvPr/>
        </p:nvPicPr>
        <p:blipFill>
          <a:blip r:embed="rId6">
            <a:duotone>
              <a:schemeClr val="accent2">
                <a:shade val="45000"/>
                <a:satMod val="135000"/>
              </a:schemeClr>
              <a:prstClr val="white"/>
            </a:duoton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192480" y="3938028"/>
            <a:ext cx="2904825" cy="993756"/>
          </a:xfrm>
          <a:prstGeom prst="rect">
            <a:avLst/>
          </a:prstGeom>
        </p:spPr>
      </p:pic>
      <p:pic>
        <p:nvPicPr>
          <p:cNvPr id="16" name="図 15">
            <a:extLst>
              <a:ext uri="{FF2B5EF4-FFF2-40B4-BE49-F238E27FC236}">
                <a16:creationId xmlns:a16="http://schemas.microsoft.com/office/drawing/2014/main" id="{9108698A-549A-2CEF-2FFC-33BC00277853}"/>
              </a:ext>
            </a:extLst>
          </p:cNvPr>
          <p:cNvPicPr>
            <a:picLocks noChangeAspect="1"/>
          </p:cNvPicPr>
          <p:nvPr/>
        </p:nvPicPr>
        <p:blipFill>
          <a:blip r:embed="rId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777430" y="787384"/>
            <a:ext cx="775781" cy="77578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986900945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7" name="グループ 9">
            <a:extLst>
              <a:ext uri="{FF2B5EF4-FFF2-40B4-BE49-F238E27FC236}">
                <a16:creationId xmlns:a16="http://schemas.microsoft.com/office/drawing/2014/main" id="{C9CA3ABA-561C-3692-EAA6-E8E3C38C0A1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/>
          <p:nvPr/>
        </p:nvGrpSpPr>
        <p:grpSpPr>
          <a:xfrm>
            <a:off x="-112019" y="0"/>
            <a:ext cx="12505285" cy="6875690"/>
            <a:chOff x="14299" y="18821"/>
            <a:chExt cx="9414989" cy="7315200"/>
          </a:xfrm>
        </p:grpSpPr>
        <p:sp>
          <p:nvSpPr>
            <p:cNvPr id="11" name="長方形 49">
              <a:extLst>
                <a:ext uri="{FF2B5EF4-FFF2-40B4-BE49-F238E27FC236}">
                  <a16:creationId xmlns:a16="http://schemas.microsoft.com/office/drawing/2014/main" id="{3AA00C76-A2DC-F7A5-35ED-ED03A2D110EA}"/>
                </a:ext>
              </a:extLst>
            </p:cNvPr>
            <p:cNvSpPr/>
            <p:nvPr/>
          </p:nvSpPr>
          <p:spPr>
            <a:xfrm>
              <a:off x="14299" y="18821"/>
              <a:ext cx="3489444" cy="7315200"/>
            </a:xfrm>
            <a:prstGeom prst="rect">
              <a:avLst/>
            </a:prstGeom>
            <a:solidFill>
              <a:schemeClr val="tx1">
                <a:lumMod val="85000"/>
                <a:lumOff val="1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>
                <a:lnSpc>
                  <a:spcPct val="80000"/>
                </a:lnSpc>
                <a:spcAft>
                  <a:spcPts val="800"/>
                </a:spcAft>
                <a:tabLst>
                  <a:tab pos="2628900" algn="l"/>
                </a:tabLst>
              </a:pPr>
              <a:r>
                <a:rPr lang="ja-JP" sz="900" b="1">
                  <a:solidFill>
                    <a:srgbClr val="FFFFFF"/>
                  </a:solidFill>
                  <a:effectLst/>
                  <a:latin typeface="Meiryo UI" panose="020B0604030504040204" pitchFamily="50" charset="-128"/>
                  <a:ea typeface="Meiryo UI" panose="020B0604030504040204" pitchFamily="50" charset="-128"/>
                  <a:cs typeface="Arial" panose="020B0604020202020204" pitchFamily="34" charset="0"/>
                </a:rPr>
                <a:t> </a:t>
              </a:r>
            </a:p>
          </p:txBody>
        </p:sp>
        <p:sp>
          <p:nvSpPr>
            <p:cNvPr id="13" name="長方形 76">
              <a:extLst>
                <a:ext uri="{FF2B5EF4-FFF2-40B4-BE49-F238E27FC236}">
                  <a16:creationId xmlns:a16="http://schemas.microsoft.com/office/drawing/2014/main" id="{AFE3DBDC-990C-B722-71AB-99306D2D08A8}"/>
                </a:ext>
              </a:extLst>
            </p:cNvPr>
            <p:cNvSpPr/>
            <p:nvPr/>
          </p:nvSpPr>
          <p:spPr>
            <a:xfrm>
              <a:off x="6684818" y="3616036"/>
              <a:ext cx="2744470" cy="1517650"/>
            </a:xfrm>
            <a:prstGeom prst="rect">
              <a:avLst/>
            </a:prstGeom>
            <a:noFill/>
            <a:ln cmpd="thickThin">
              <a:solidFill>
                <a:schemeClr val="bg1"/>
              </a:solidFill>
              <a:prstDash val="sysDash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endParaRPr lang="ja-JP" altLang="en-US"/>
            </a:p>
          </p:txBody>
        </p:sp>
        <p:sp>
          <p:nvSpPr>
            <p:cNvPr id="14" name="長方形 50">
              <a:extLst>
                <a:ext uri="{FF2B5EF4-FFF2-40B4-BE49-F238E27FC236}">
                  <a16:creationId xmlns:a16="http://schemas.microsoft.com/office/drawing/2014/main" id="{E6D26529-1E37-C2BA-CD04-09C3E189FEF1}"/>
                </a:ext>
              </a:extLst>
            </p:cNvPr>
            <p:cNvSpPr/>
            <p:nvPr/>
          </p:nvSpPr>
          <p:spPr>
            <a:xfrm>
              <a:off x="813755" y="810491"/>
              <a:ext cx="2171347" cy="6286500"/>
            </a:xfrm>
            <a:prstGeom prst="rect">
              <a:avLst/>
            </a:prstGeom>
            <a:noFill/>
            <a:ln cmpd="thickThin">
              <a:solidFill>
                <a:schemeClr val="bg1"/>
              </a:solidFill>
              <a:prstDash val="sysDash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endParaRPr lang="ja-JP" altLang="en-US"/>
            </a:p>
          </p:txBody>
        </p:sp>
      </p:grpSp>
      <p:sp>
        <p:nvSpPr>
          <p:cNvPr id="5" name="Rectangle 3">
            <a:extLst>
              <a:ext uri="{FF2B5EF4-FFF2-40B4-BE49-F238E27FC236}">
                <a16:creationId xmlns:a16="http://schemas.microsoft.com/office/drawing/2014/main" id="{954AEE67-4E0B-74BF-18F4-DD3C29581724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0"/>
            <a:ext cx="121920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76176" rIns="91440" bIns="76176" numCol="1" anchor="ctr" anchorCtr="0" compatLnSpc="1">
            <a:prstTxWarp prst="textNoShape">
              <a:avLst/>
            </a:prstTxWarp>
            <a:spAutoFit/>
          </a:bodyPr>
          <a:lstStyle/>
          <a:p>
            <a:endParaRPr lang="ja-JP" altLang="en-US"/>
          </a:p>
        </p:txBody>
      </p:sp>
      <p:graphicFrame>
        <p:nvGraphicFramePr>
          <p:cNvPr id="27" name="表 26">
            <a:extLst>
              <a:ext uri="{FF2B5EF4-FFF2-40B4-BE49-F238E27FC236}">
                <a16:creationId xmlns:a16="http://schemas.microsoft.com/office/drawing/2014/main" id="{E504A253-88C4-4BE4-15A2-E4B6B34484AE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604832790"/>
              </p:ext>
            </p:extLst>
          </p:nvPr>
        </p:nvGraphicFramePr>
        <p:xfrm>
          <a:off x="1053133" y="1785342"/>
          <a:ext cx="2679474" cy="4496210"/>
        </p:xfrm>
        <a:graphic>
          <a:graphicData uri="http://schemas.openxmlformats.org/drawingml/2006/table">
            <a:tbl>
              <a:tblPr firstRow="1" bandRow="1">
                <a:tableStyleId>{073A0DAA-6AF3-43AB-8588-CEC1D06C72B9}</a:tableStyleId>
              </a:tblPr>
              <a:tblGrid>
                <a:gridCol w="1266864">
                  <a:extLst>
                    <a:ext uri="{9D8B030D-6E8A-4147-A177-3AD203B41FA5}">
                      <a16:colId xmlns:a16="http://schemas.microsoft.com/office/drawing/2014/main" val="3654700360"/>
                    </a:ext>
                  </a:extLst>
                </a:gridCol>
                <a:gridCol w="1412610">
                  <a:extLst>
                    <a:ext uri="{9D8B030D-6E8A-4147-A177-3AD203B41FA5}">
                      <a16:colId xmlns:a16="http://schemas.microsoft.com/office/drawing/2014/main" val="205792386"/>
                    </a:ext>
                  </a:extLst>
                </a:gridCol>
              </a:tblGrid>
              <a:tr h="402140">
                <a:tc>
                  <a:txBody>
                    <a:bodyPr/>
                    <a:lstStyle/>
                    <a:p>
                      <a:r>
                        <a:rPr kumimoji="1" lang="ja-JP" altLang="en-US" dirty="0"/>
                        <a:t>メニュー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kumimoji="1" lang="ja-JP" altLang="en-US" dirty="0"/>
                        <a:t>　お値段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989583707"/>
                  </a:ext>
                </a:extLst>
              </a:tr>
              <a:tr h="327118">
                <a:tc>
                  <a:txBody>
                    <a:bodyPr/>
                    <a:lstStyle/>
                    <a:p>
                      <a:r>
                        <a:rPr kumimoji="1" lang="ja-JP" altLang="en-US" sz="800" dirty="0"/>
                        <a:t>ｶｯﾄのみ（ドライ付）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r">
                        <a:lnSpc>
                          <a:spcPct val="150000"/>
                        </a:lnSpc>
                      </a:pPr>
                      <a:r>
                        <a:rPr kumimoji="1" lang="en-US" altLang="ja-JP" sz="1050" dirty="0"/>
                        <a:t>1,500</a:t>
                      </a:r>
                      <a:r>
                        <a:rPr kumimoji="1" lang="ja-JP" altLang="en-US" sz="1050" dirty="0"/>
                        <a:t>円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478482749"/>
                  </a:ext>
                </a:extLst>
              </a:tr>
              <a:tr h="309052">
                <a:tc>
                  <a:txBody>
                    <a:bodyPr/>
                    <a:lstStyle/>
                    <a:p>
                      <a:pPr algn="l"/>
                      <a:r>
                        <a:rPr kumimoji="1" lang="ja-JP" altLang="en-US" sz="1200" dirty="0"/>
                        <a:t>ｼｬﾝﾌﾟｰｶｯﾄﾌﾞﾛｰ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r"/>
                      <a:r>
                        <a:rPr kumimoji="1" lang="en-US" altLang="ja-JP" sz="1050" dirty="0"/>
                        <a:t>3,000</a:t>
                      </a:r>
                      <a:r>
                        <a:rPr kumimoji="1" lang="ja-JP" altLang="en-US" sz="1050" dirty="0"/>
                        <a:t>円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636888337"/>
                  </a:ext>
                </a:extLst>
              </a:tr>
              <a:tr h="303269">
                <a:tc>
                  <a:txBody>
                    <a:bodyPr/>
                    <a:lstStyle/>
                    <a:p>
                      <a:r>
                        <a:rPr kumimoji="1" lang="ja-JP" altLang="en-US" sz="1200" dirty="0"/>
                        <a:t>ｼｬﾝﾌﾟｰのみ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r">
                        <a:lnSpc>
                          <a:spcPct val="150000"/>
                        </a:lnSpc>
                      </a:pPr>
                      <a:r>
                        <a:rPr kumimoji="1" lang="en-US" altLang="ja-JP" sz="1050" dirty="0"/>
                        <a:t>1,000</a:t>
                      </a:r>
                      <a:r>
                        <a:rPr kumimoji="1" lang="ja-JP" altLang="en-US" sz="1050" dirty="0"/>
                        <a:t>円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396471299"/>
                  </a:ext>
                </a:extLst>
              </a:tr>
              <a:tr h="276471">
                <a:tc>
                  <a:txBody>
                    <a:bodyPr/>
                    <a:lstStyle/>
                    <a:p>
                      <a:r>
                        <a:rPr kumimoji="1" lang="ja-JP" altLang="en-US" sz="1050" dirty="0"/>
                        <a:t>ﾌﾞﾛｰｾｯﾄのみ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r">
                        <a:lnSpc>
                          <a:spcPct val="150000"/>
                        </a:lnSpc>
                      </a:pPr>
                      <a:r>
                        <a:rPr kumimoji="1" lang="en-US" altLang="ja-JP" sz="1050" dirty="0"/>
                        <a:t>1,000</a:t>
                      </a:r>
                      <a:r>
                        <a:rPr kumimoji="1" lang="ja-JP" altLang="en-US" sz="1050" dirty="0"/>
                        <a:t>円</a:t>
                      </a:r>
                      <a:endParaRPr kumimoji="1" lang="en-US" altLang="ja-JP" sz="105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93707901"/>
                  </a:ext>
                </a:extLst>
              </a:tr>
              <a:tr h="319292">
                <a:tc>
                  <a:txBody>
                    <a:bodyPr/>
                    <a:lstStyle/>
                    <a:p>
                      <a:r>
                        <a:rPr kumimoji="1" lang="ja-JP" altLang="en-US" sz="1050" dirty="0"/>
                        <a:t>ｶﾗｰ</a:t>
                      </a:r>
                      <a:r>
                        <a:rPr kumimoji="1" lang="en-US" altLang="ja-JP" sz="1050" dirty="0"/>
                        <a:t>(</a:t>
                      </a:r>
                      <a:r>
                        <a:rPr kumimoji="1" lang="ja-JP" altLang="en-US" sz="1050" dirty="0"/>
                        <a:t>ﾘﾀｯﾁ</a:t>
                      </a:r>
                      <a:r>
                        <a:rPr kumimoji="1" lang="en-US" altLang="ja-JP" sz="1050" dirty="0"/>
                        <a:t>)</a:t>
                      </a:r>
                      <a:endParaRPr kumimoji="1" lang="ja-JP" altLang="en-US" sz="105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r">
                        <a:lnSpc>
                          <a:spcPct val="150000"/>
                        </a:lnSpc>
                      </a:pPr>
                      <a:r>
                        <a:rPr kumimoji="1" lang="en-US" altLang="ja-JP" sz="1050" dirty="0"/>
                        <a:t>3,000</a:t>
                      </a:r>
                      <a:r>
                        <a:rPr kumimoji="1" lang="ja-JP" altLang="en-US" sz="1050" dirty="0"/>
                        <a:t>円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4012262251"/>
                  </a:ext>
                </a:extLst>
              </a:tr>
              <a:tr h="328261">
                <a:tc>
                  <a:txBody>
                    <a:bodyPr/>
                    <a:lstStyle/>
                    <a:p>
                      <a:r>
                        <a:rPr kumimoji="1" lang="ja-JP" altLang="en-US" sz="1050" dirty="0"/>
                        <a:t>ﾏﾆｷｭｱ</a:t>
                      </a:r>
                      <a:r>
                        <a:rPr kumimoji="1" lang="en-US" altLang="ja-JP" sz="1050" dirty="0"/>
                        <a:t>(</a:t>
                      </a:r>
                      <a:r>
                        <a:rPr kumimoji="1" lang="ja-JP" altLang="en-US" sz="1050" dirty="0"/>
                        <a:t>ﾘﾀｯﾁ</a:t>
                      </a:r>
                      <a:r>
                        <a:rPr kumimoji="1" lang="en-US" altLang="ja-JP" sz="1050" dirty="0"/>
                        <a:t>)</a:t>
                      </a:r>
                      <a:endParaRPr kumimoji="1" lang="ja-JP" altLang="en-US" sz="105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r">
                        <a:lnSpc>
                          <a:spcPct val="150000"/>
                        </a:lnSpc>
                      </a:pPr>
                      <a:r>
                        <a:rPr kumimoji="1" lang="en-US" altLang="ja-JP" sz="1050" dirty="0"/>
                        <a:t>3,000</a:t>
                      </a:r>
                      <a:r>
                        <a:rPr kumimoji="1" lang="ja-JP" altLang="en-US" sz="1050" dirty="0"/>
                        <a:t>円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831793093"/>
                  </a:ext>
                </a:extLst>
              </a:tr>
              <a:tr h="336048">
                <a:tc>
                  <a:txBody>
                    <a:bodyPr/>
                    <a:lstStyle/>
                    <a:p>
                      <a:r>
                        <a:rPr kumimoji="1" lang="ja-JP" altLang="en-US" sz="1050" dirty="0"/>
                        <a:t>ｶｯﾄｶﾗｰ</a:t>
                      </a:r>
                      <a:r>
                        <a:rPr kumimoji="1" lang="en-US" altLang="ja-JP" sz="1050" dirty="0"/>
                        <a:t>(</a:t>
                      </a:r>
                      <a:r>
                        <a:rPr kumimoji="1" lang="ja-JP" altLang="en-US" sz="1050" dirty="0"/>
                        <a:t>ﾘﾀｯﾁ</a:t>
                      </a:r>
                      <a:r>
                        <a:rPr kumimoji="1" lang="en-US" altLang="ja-JP" sz="1050" dirty="0"/>
                        <a:t>)</a:t>
                      </a:r>
                      <a:endParaRPr kumimoji="1" lang="ja-JP" altLang="en-US" sz="105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r">
                        <a:lnSpc>
                          <a:spcPct val="150000"/>
                        </a:lnSpc>
                      </a:pPr>
                      <a:r>
                        <a:rPr kumimoji="1" lang="en-US" altLang="ja-JP" sz="1050" dirty="0"/>
                        <a:t>4,500</a:t>
                      </a:r>
                      <a:r>
                        <a:rPr kumimoji="1" lang="ja-JP" altLang="en-US" sz="1050" dirty="0"/>
                        <a:t>円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886786758"/>
                  </a:ext>
                </a:extLst>
              </a:tr>
              <a:tr h="291365"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1" lang="ja-JP" altLang="en-US" sz="1050" dirty="0"/>
                        <a:t>ﾏﾆｷｭｱｶｯﾄ</a:t>
                      </a:r>
                      <a:r>
                        <a:rPr kumimoji="1" lang="en-US" altLang="ja-JP" sz="1050" dirty="0"/>
                        <a:t>(</a:t>
                      </a:r>
                      <a:r>
                        <a:rPr kumimoji="1" lang="ja-JP" altLang="en-US" sz="1050" dirty="0"/>
                        <a:t>ﾘﾀｯﾁ</a:t>
                      </a:r>
                      <a:r>
                        <a:rPr kumimoji="1" lang="en-US" altLang="ja-JP" sz="1050" dirty="0"/>
                        <a:t>)</a:t>
                      </a:r>
                      <a:endParaRPr kumimoji="1" lang="ja-JP" altLang="en-US" sz="105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r">
                        <a:lnSpc>
                          <a:spcPct val="150000"/>
                        </a:lnSpc>
                      </a:pPr>
                      <a:r>
                        <a:rPr kumimoji="1" lang="en-US" altLang="ja-JP" sz="1050" dirty="0"/>
                        <a:t>4,500</a:t>
                      </a:r>
                      <a:r>
                        <a:rPr kumimoji="1" lang="ja-JP" altLang="en-US" sz="1050" dirty="0"/>
                        <a:t>円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126951596"/>
                  </a:ext>
                </a:extLst>
              </a:tr>
              <a:tr h="276471">
                <a:tc>
                  <a:txBody>
                    <a:bodyPr/>
                    <a:lstStyle/>
                    <a:p>
                      <a:r>
                        <a:rPr kumimoji="1" lang="ja-JP" altLang="en-US" sz="1050" dirty="0"/>
                        <a:t>全体ｶﾗｰ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r">
                        <a:lnSpc>
                          <a:spcPct val="150000"/>
                        </a:lnSpc>
                      </a:pPr>
                      <a:r>
                        <a:rPr kumimoji="1" lang="en-US" altLang="ja-JP" sz="1050" dirty="0"/>
                        <a:t>4,000</a:t>
                      </a:r>
                      <a:r>
                        <a:rPr kumimoji="1" lang="ja-JP" altLang="en-US" sz="1050" dirty="0"/>
                        <a:t>円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439673512"/>
                  </a:ext>
                </a:extLst>
              </a:tr>
              <a:tr h="300673">
                <a:tc>
                  <a:txBody>
                    <a:bodyPr/>
                    <a:lstStyle/>
                    <a:p>
                      <a:r>
                        <a:rPr kumimoji="1" lang="ja-JP" altLang="en-US" sz="1050" dirty="0"/>
                        <a:t>全体ｶﾗｰｶｯﾄ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r">
                        <a:lnSpc>
                          <a:spcPct val="150000"/>
                        </a:lnSpc>
                      </a:pPr>
                      <a:r>
                        <a:rPr kumimoji="1" lang="en-US" altLang="ja-JP" sz="1050" dirty="0"/>
                        <a:t>5,000</a:t>
                      </a:r>
                      <a:r>
                        <a:rPr kumimoji="1" lang="ja-JP" altLang="en-US" sz="1050" dirty="0"/>
                        <a:t>円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221943780"/>
                  </a:ext>
                </a:extLst>
              </a:tr>
              <a:tr h="310914">
                <a:tc>
                  <a:txBody>
                    <a:bodyPr/>
                    <a:lstStyle/>
                    <a:p>
                      <a:r>
                        <a:rPr kumimoji="1" lang="ja-JP" altLang="en-US" sz="800" dirty="0"/>
                        <a:t>ﾊﾟｰﾏ（ｼｬﾝﾌﾟｰｶｯﾄﾌﾞﾛｰ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r">
                        <a:lnSpc>
                          <a:spcPct val="150000"/>
                        </a:lnSpc>
                      </a:pPr>
                      <a:r>
                        <a:rPr kumimoji="1" lang="en-US" altLang="ja-JP" sz="1050" dirty="0"/>
                        <a:t>5,000</a:t>
                      </a:r>
                      <a:r>
                        <a:rPr kumimoji="1" lang="ja-JP" altLang="en-US" sz="1050" dirty="0"/>
                        <a:t>円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855586845"/>
                  </a:ext>
                </a:extLst>
              </a:tr>
              <a:tr h="276471">
                <a:tc>
                  <a:txBody>
                    <a:bodyPr/>
                    <a:lstStyle/>
                    <a:p>
                      <a:r>
                        <a:rPr kumimoji="1" lang="ja-JP" altLang="en-US" sz="1050" dirty="0"/>
                        <a:t>トリートメント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r">
                        <a:lnSpc>
                          <a:spcPct val="150000"/>
                        </a:lnSpc>
                      </a:pPr>
                      <a:r>
                        <a:rPr kumimoji="1" lang="en-US" altLang="ja-JP" sz="1050" dirty="0"/>
                        <a:t>1,000</a:t>
                      </a:r>
                      <a:r>
                        <a:rPr kumimoji="1" lang="ja-JP" altLang="en-US" sz="1050" dirty="0"/>
                        <a:t>円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39114588"/>
                  </a:ext>
                </a:extLst>
              </a:tr>
              <a:tr h="276471">
                <a:tc>
                  <a:txBody>
                    <a:bodyPr/>
                    <a:lstStyle/>
                    <a:p>
                      <a:r>
                        <a:rPr kumimoji="1" lang="ja-JP" altLang="en-US" sz="1050" dirty="0"/>
                        <a:t>丸刈りｶｯﾄ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r">
                        <a:lnSpc>
                          <a:spcPct val="150000"/>
                        </a:lnSpc>
                      </a:pPr>
                      <a:r>
                        <a:rPr kumimoji="1" lang="en-US" altLang="ja-JP" sz="1050" dirty="0"/>
                        <a:t>500</a:t>
                      </a:r>
                      <a:r>
                        <a:rPr kumimoji="1" lang="ja-JP" altLang="en-US" sz="1050" dirty="0"/>
                        <a:t>円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924565985"/>
                  </a:ext>
                </a:extLst>
              </a:tr>
            </a:tbl>
          </a:graphicData>
        </a:graphic>
      </p:graphicFrame>
      <p:sp>
        <p:nvSpPr>
          <p:cNvPr id="28" name="テキスト ボックス 1">
            <a:extLst>
              <a:ext uri="{FF2B5EF4-FFF2-40B4-BE49-F238E27FC236}">
                <a16:creationId xmlns:a16="http://schemas.microsoft.com/office/drawing/2014/main" id="{EF054CDC-C91A-F3FF-DD01-165CD9A4E7F0}"/>
              </a:ext>
            </a:extLst>
          </p:cNvPr>
          <p:cNvSpPr txBox="1"/>
          <p:nvPr/>
        </p:nvSpPr>
        <p:spPr>
          <a:xfrm>
            <a:off x="1252860" y="1265273"/>
            <a:ext cx="2264194" cy="520069"/>
          </a:xfrm>
          <a:prstGeom prst="rect">
            <a:avLst/>
          </a:prstGeom>
          <a:solidFill>
            <a:srgbClr val="292929"/>
          </a:solidFill>
          <a:ln w="6350">
            <a:solidFill>
              <a:srgbClr val="292929"/>
            </a:solidFill>
          </a:ln>
        </p:spPr>
        <p:txBody>
          <a:bodyPr rot="0" spcFirstLastPara="0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noAutofit/>
          </a:bodyPr>
          <a:lstStyle/>
          <a:p>
            <a:pPr>
              <a:lnSpc>
                <a:spcPct val="80000"/>
              </a:lnSpc>
              <a:spcAft>
                <a:spcPts val="800"/>
              </a:spcAft>
            </a:pPr>
            <a:r>
              <a:rPr lang="ja-JP" sz="2400" b="1" dirty="0">
                <a:solidFill>
                  <a:srgbClr val="FFFFFF"/>
                </a:solidFill>
                <a:effectLst/>
                <a:latin typeface="Berlin Sans FB Demi" panose="020E0802020502020306" pitchFamily="34" charset="0"/>
                <a:ea typeface="Meiryo UI" panose="020B0604030504040204" pitchFamily="50" charset="-128"/>
                <a:cs typeface="Arial" panose="020B0604020202020204" pitchFamily="34" charset="0"/>
              </a:rPr>
              <a:t>美容ルーム</a:t>
            </a:r>
            <a:r>
              <a:rPr lang="en-US" sz="2400" b="1" dirty="0" err="1">
                <a:solidFill>
                  <a:srgbClr val="FFFFFF"/>
                </a:solidFill>
                <a:effectLst/>
                <a:latin typeface="Berlin Sans FB Demi" panose="020E0802020502020306" pitchFamily="34" charset="0"/>
                <a:ea typeface="Meiryo UI" panose="020B0604030504040204" pitchFamily="50" charset="-128"/>
                <a:cs typeface="Arial" panose="020B0604020202020204" pitchFamily="34" charset="0"/>
              </a:rPr>
              <a:t>Fuhs</a:t>
            </a:r>
            <a:endParaRPr lang="ja-JP" sz="2400" b="1" dirty="0">
              <a:solidFill>
                <a:srgbClr val="FFFFFF"/>
              </a:solidFill>
              <a:effectLst/>
              <a:latin typeface="Meiryo UI" panose="020B0604030504040204" pitchFamily="50" charset="-128"/>
              <a:ea typeface="Meiryo UI" panose="020B0604030504040204" pitchFamily="50" charset="-128"/>
              <a:cs typeface="Arial" panose="020B0604020202020204" pitchFamily="34" charset="0"/>
            </a:endParaRPr>
          </a:p>
        </p:txBody>
      </p:sp>
      <p:sp>
        <p:nvSpPr>
          <p:cNvPr id="30" name="長方形 53">
            <a:extLst>
              <a:ext uri="{FF2B5EF4-FFF2-40B4-BE49-F238E27FC236}">
                <a16:creationId xmlns:a16="http://schemas.microsoft.com/office/drawing/2014/main" id="{20EB85AC-B30E-894A-48D9-DF650904AB34}"/>
              </a:ext>
            </a:extLst>
          </p:cNvPr>
          <p:cNvSpPr/>
          <p:nvPr/>
        </p:nvSpPr>
        <p:spPr>
          <a:xfrm>
            <a:off x="8152160" y="-13192"/>
            <a:ext cx="4055645" cy="6875690"/>
          </a:xfrm>
          <a:prstGeom prst="rect">
            <a:avLst/>
          </a:prstGeom>
          <a:solidFill>
            <a:schemeClr val="tx1">
              <a:lumMod val="85000"/>
              <a:lumOff val="1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>
              <a:lnSpc>
                <a:spcPct val="80000"/>
              </a:lnSpc>
              <a:spcAft>
                <a:spcPts val="800"/>
              </a:spcAft>
            </a:pPr>
            <a:r>
              <a:rPr lang="ja-JP" sz="900" b="1">
                <a:solidFill>
                  <a:srgbClr val="FFFFFF"/>
                </a:solidFill>
                <a:effectLst/>
                <a:latin typeface="Meiryo UI" panose="020B0604030504040204" pitchFamily="50" charset="-128"/>
                <a:ea typeface="Meiryo UI" panose="020B0604030504040204" pitchFamily="50" charset="-128"/>
                <a:cs typeface="Arial" panose="020B0604020202020204" pitchFamily="34" charset="0"/>
              </a:rPr>
              <a:t> </a:t>
            </a:r>
          </a:p>
        </p:txBody>
      </p:sp>
      <p:graphicFrame>
        <p:nvGraphicFramePr>
          <p:cNvPr id="31" name="表 30">
            <a:extLst>
              <a:ext uri="{FF2B5EF4-FFF2-40B4-BE49-F238E27FC236}">
                <a16:creationId xmlns:a16="http://schemas.microsoft.com/office/drawing/2014/main" id="{13000AF6-BAA7-8792-A22E-4D14E378912C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356194677"/>
              </p:ext>
            </p:extLst>
          </p:nvPr>
        </p:nvGraphicFramePr>
        <p:xfrm>
          <a:off x="8253258" y="1735553"/>
          <a:ext cx="2880268" cy="4373629"/>
        </p:xfrm>
        <a:graphic>
          <a:graphicData uri="http://schemas.openxmlformats.org/drawingml/2006/table">
            <a:tbl>
              <a:tblPr firstRow="1" bandRow="1">
                <a:tableStyleId>{073A0DAA-6AF3-43AB-8588-CEC1D06C72B9}</a:tableStyleId>
              </a:tblPr>
              <a:tblGrid>
                <a:gridCol w="806980">
                  <a:extLst>
                    <a:ext uri="{9D8B030D-6E8A-4147-A177-3AD203B41FA5}">
                      <a16:colId xmlns:a16="http://schemas.microsoft.com/office/drawing/2014/main" val="3654700360"/>
                    </a:ext>
                  </a:extLst>
                </a:gridCol>
                <a:gridCol w="636814">
                  <a:extLst>
                    <a:ext uri="{9D8B030D-6E8A-4147-A177-3AD203B41FA5}">
                      <a16:colId xmlns:a16="http://schemas.microsoft.com/office/drawing/2014/main" val="1767996254"/>
                    </a:ext>
                  </a:extLst>
                </a:gridCol>
                <a:gridCol w="837378">
                  <a:extLst>
                    <a:ext uri="{9D8B030D-6E8A-4147-A177-3AD203B41FA5}">
                      <a16:colId xmlns:a16="http://schemas.microsoft.com/office/drawing/2014/main" val="2143012412"/>
                    </a:ext>
                  </a:extLst>
                </a:gridCol>
                <a:gridCol w="599096">
                  <a:extLst>
                    <a:ext uri="{9D8B030D-6E8A-4147-A177-3AD203B41FA5}">
                      <a16:colId xmlns:a16="http://schemas.microsoft.com/office/drawing/2014/main" val="205792386"/>
                    </a:ext>
                  </a:extLst>
                </a:gridCol>
              </a:tblGrid>
              <a:tr h="407015">
                <a:tc>
                  <a:txBody>
                    <a:bodyPr/>
                    <a:lstStyle/>
                    <a:p>
                      <a:pPr algn="dist">
                        <a:lnSpc>
                          <a:spcPct val="150000"/>
                        </a:lnSpc>
                      </a:pPr>
                      <a:r>
                        <a:rPr kumimoji="1" lang="ja-JP" altLang="en-US" sz="1000" baseline="0" dirty="0"/>
                        <a:t>メニュー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50000"/>
                        </a:lnSpc>
                      </a:pPr>
                      <a:r>
                        <a:rPr kumimoji="1" lang="ja-JP" altLang="en-US" sz="1000" baseline="0" dirty="0"/>
                        <a:t>お値段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1" lang="ja-JP" altLang="en-US" sz="1050" baseline="0" dirty="0"/>
                        <a:t>メニュー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1" lang="ja-JP" altLang="en-US" sz="1000" baseline="0" dirty="0"/>
                        <a:t>お値段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989583707"/>
                  </a:ext>
                </a:extLst>
              </a:tr>
              <a:tr h="407015">
                <a:tc>
                  <a:txBody>
                    <a:bodyPr/>
                    <a:lstStyle/>
                    <a:p>
                      <a:pPr algn="l">
                        <a:lnSpc>
                          <a:spcPct val="100000"/>
                        </a:lnSpc>
                      </a:pPr>
                      <a:r>
                        <a:rPr kumimoji="1" lang="ja-JP" altLang="en-US" sz="800" baseline="0" dirty="0"/>
                        <a:t>ﾐｰﾄｿｰｽﾊﾟｽﾀ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r">
                        <a:lnSpc>
                          <a:spcPct val="100000"/>
                        </a:lnSpc>
                      </a:pPr>
                      <a:r>
                        <a:rPr kumimoji="1" lang="en-US" altLang="ja-JP" sz="1200" baseline="0" dirty="0"/>
                        <a:t>500</a:t>
                      </a:r>
                      <a:r>
                        <a:rPr kumimoji="1" lang="ja-JP" altLang="en-US" sz="1200" baseline="0" dirty="0"/>
                        <a:t>円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</a:pPr>
                      <a:r>
                        <a:rPr kumimoji="1" lang="en-US" altLang="ja-JP" sz="1000" baseline="0" dirty="0" err="1"/>
                        <a:t>Fuhs</a:t>
                      </a:r>
                      <a:r>
                        <a:rPr kumimoji="1" lang="ja-JP" altLang="en-US" sz="1000" baseline="0" dirty="0"/>
                        <a:t>ｹｰｷ  </a:t>
                      </a:r>
                      <a:endParaRPr kumimoji="1" lang="en-US" altLang="ja-JP" sz="1000" baseline="0" dirty="0"/>
                    </a:p>
                    <a:p>
                      <a:pPr algn="ctr">
                        <a:lnSpc>
                          <a:spcPct val="100000"/>
                        </a:lnSpc>
                      </a:pPr>
                      <a:r>
                        <a:rPr kumimoji="1" lang="en-US" altLang="ja-JP" sz="1000" baseline="0" dirty="0"/>
                        <a:t>3</a:t>
                      </a:r>
                      <a:r>
                        <a:rPr kumimoji="1" lang="ja-JP" altLang="en-US" sz="1000" baseline="0" dirty="0"/>
                        <a:t>個入り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r">
                        <a:lnSpc>
                          <a:spcPct val="100000"/>
                        </a:lnSpc>
                      </a:pPr>
                      <a:r>
                        <a:rPr kumimoji="1" lang="en-US" altLang="ja-JP" sz="1200" baseline="0" dirty="0"/>
                        <a:t>300</a:t>
                      </a:r>
                      <a:r>
                        <a:rPr kumimoji="1" lang="ja-JP" altLang="en-US" sz="1200" baseline="0" dirty="0"/>
                        <a:t>円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478482749"/>
                  </a:ext>
                </a:extLst>
              </a:tr>
              <a:tr h="376288">
                <a:tc>
                  <a:txBody>
                    <a:bodyPr/>
                    <a:lstStyle/>
                    <a:p>
                      <a:pPr algn="l">
                        <a:lnSpc>
                          <a:spcPct val="100000"/>
                        </a:lnSpc>
                      </a:pPr>
                      <a:r>
                        <a:rPr kumimoji="1" lang="ja-JP" altLang="en-US" sz="1000" baseline="0" dirty="0"/>
                        <a:t>ﾐｰﾄｿｰｽのみ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r">
                        <a:lnSpc>
                          <a:spcPct val="100000"/>
                        </a:lnSpc>
                      </a:pPr>
                      <a:r>
                        <a:rPr kumimoji="1" lang="en-US" altLang="ja-JP" sz="1200" baseline="0" dirty="0"/>
                        <a:t>300</a:t>
                      </a:r>
                      <a:r>
                        <a:rPr kumimoji="1" lang="ja-JP" altLang="en-US" sz="1200" baseline="0" dirty="0"/>
                        <a:t>円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</a:pPr>
                      <a:r>
                        <a:rPr kumimoji="1" lang="ja-JP" altLang="en-US" sz="1000" baseline="0" dirty="0"/>
                        <a:t>にい        ナチョス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lvl="0" indent="0" algn="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1" lang="en-US" altLang="ja-JP" sz="1200" baseline="0" dirty="0"/>
                        <a:t>400</a:t>
                      </a:r>
                      <a:r>
                        <a:rPr kumimoji="1" lang="ja-JP" altLang="en-US" sz="1200" baseline="0" dirty="0"/>
                        <a:t>円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636888337"/>
                  </a:ext>
                </a:extLst>
              </a:tr>
              <a:tr h="376288">
                <a:tc>
                  <a:txBody>
                    <a:bodyPr/>
                    <a:lstStyle/>
                    <a:p>
                      <a:pPr algn="l">
                        <a:lnSpc>
                          <a:spcPct val="100000"/>
                        </a:lnSpc>
                      </a:pPr>
                      <a:r>
                        <a:rPr kumimoji="1" lang="en-US" altLang="ja-JP" sz="800" baseline="0" dirty="0" err="1"/>
                        <a:t>Fuhs</a:t>
                      </a:r>
                      <a:r>
                        <a:rPr kumimoji="1" lang="ja-JP" altLang="en-US" sz="800" baseline="0" dirty="0"/>
                        <a:t>ビッグサンド</a:t>
                      </a:r>
                      <a:endParaRPr kumimoji="1" lang="en-US" altLang="ja-JP" sz="800" baseline="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r">
                        <a:lnSpc>
                          <a:spcPct val="100000"/>
                        </a:lnSpc>
                      </a:pPr>
                      <a:r>
                        <a:rPr kumimoji="1" lang="en-US" altLang="ja-JP" sz="1200" baseline="0" dirty="0"/>
                        <a:t>480</a:t>
                      </a:r>
                      <a:r>
                        <a:rPr kumimoji="1" lang="ja-JP" altLang="en-US" sz="1200" baseline="0" dirty="0"/>
                        <a:t>円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</a:pPr>
                      <a:r>
                        <a:rPr kumimoji="1" lang="en-US" altLang="ja-JP" sz="800" baseline="0" dirty="0" err="1"/>
                        <a:t>Fuhs</a:t>
                      </a:r>
                      <a:r>
                        <a:rPr kumimoji="1" lang="ja-JP" altLang="en-US" sz="800" baseline="0" dirty="0"/>
                        <a:t>サンド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r">
                        <a:lnSpc>
                          <a:spcPct val="100000"/>
                        </a:lnSpc>
                      </a:pPr>
                      <a:r>
                        <a:rPr kumimoji="1" lang="en-US" altLang="ja-JP" sz="1200" baseline="0" dirty="0"/>
                        <a:t>350</a:t>
                      </a:r>
                      <a:r>
                        <a:rPr kumimoji="1" lang="ja-JP" altLang="en-US" sz="1200" baseline="0" dirty="0"/>
                        <a:t>円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396471299"/>
                  </a:ext>
                </a:extLst>
              </a:tr>
              <a:tr h="376288">
                <a:tc>
                  <a:txBody>
                    <a:bodyPr/>
                    <a:lstStyle/>
                    <a:p>
                      <a:pPr algn="l">
                        <a:lnSpc>
                          <a:spcPct val="100000"/>
                        </a:lnSpc>
                      </a:pPr>
                      <a:r>
                        <a:rPr kumimoji="1" lang="ja-JP" altLang="en-US" sz="800" baseline="0" dirty="0"/>
                        <a:t>フルーツサンド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r">
                        <a:lnSpc>
                          <a:spcPct val="100000"/>
                        </a:lnSpc>
                      </a:pPr>
                      <a:r>
                        <a:rPr kumimoji="1" lang="en-US" altLang="ja-JP" sz="1200" baseline="0" dirty="0"/>
                        <a:t>250</a:t>
                      </a:r>
                      <a:r>
                        <a:rPr kumimoji="1" lang="ja-JP" altLang="en-US" sz="1200" baseline="0" dirty="0"/>
                        <a:t>円</a:t>
                      </a:r>
                      <a:endParaRPr kumimoji="1" lang="en-US" altLang="ja-JP" sz="1200" baseline="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</a:pPr>
                      <a:r>
                        <a:rPr kumimoji="1" lang="ja-JP" altLang="en-US" sz="1000" baseline="0" dirty="0"/>
                        <a:t>ﾐﾆﾐｰﾄﾊﾟｲ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r">
                        <a:lnSpc>
                          <a:spcPct val="100000"/>
                        </a:lnSpc>
                      </a:pPr>
                      <a:r>
                        <a:rPr kumimoji="1" lang="en-US" altLang="ja-JP" sz="1200" baseline="0" dirty="0"/>
                        <a:t>180</a:t>
                      </a:r>
                      <a:r>
                        <a:rPr kumimoji="1" lang="ja-JP" altLang="en-US" sz="1200" baseline="0" dirty="0"/>
                        <a:t>円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293707901"/>
                  </a:ext>
                </a:extLst>
              </a:tr>
              <a:tr h="313089">
                <a:tc>
                  <a:txBody>
                    <a:bodyPr/>
                    <a:lstStyle/>
                    <a:p>
                      <a:pPr algn="l">
                        <a:lnSpc>
                          <a:spcPct val="100000"/>
                        </a:lnSpc>
                      </a:pPr>
                      <a:r>
                        <a:rPr kumimoji="1" lang="ja-JP" altLang="en-US" sz="1000" baseline="0" dirty="0"/>
                        <a:t>ﾁｰｽｹｰｷ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r">
                        <a:lnSpc>
                          <a:spcPct val="100000"/>
                        </a:lnSpc>
                      </a:pPr>
                      <a:r>
                        <a:rPr kumimoji="1" lang="en-US" altLang="ja-JP" sz="1200" baseline="0" dirty="0"/>
                        <a:t>280</a:t>
                      </a:r>
                      <a:r>
                        <a:rPr kumimoji="1" lang="ja-JP" altLang="en-US" sz="1200" baseline="0" dirty="0"/>
                        <a:t>円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1" lang="ja-JP" altLang="en-US" sz="1000" baseline="0" dirty="0"/>
                        <a:t>ｺｰﾋｰｾﾞﾘｰ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lvl="0" indent="0" algn="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1" lang="en-US" altLang="ja-JP" sz="1200" baseline="0" dirty="0"/>
                        <a:t>250</a:t>
                      </a:r>
                      <a:r>
                        <a:rPr kumimoji="1" lang="ja-JP" altLang="en-US" sz="1200" baseline="0" dirty="0"/>
                        <a:t>円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4012262251"/>
                  </a:ext>
                </a:extLst>
              </a:tr>
              <a:tr h="407015"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1" lang="ja-JP" altLang="en-US" sz="800" baseline="0" dirty="0"/>
                        <a:t>ふっきー</a:t>
                      </a:r>
                      <a:r>
                        <a:rPr kumimoji="1" lang="en-US" altLang="ja-JP" sz="800" baseline="0" dirty="0"/>
                        <a:t>10</a:t>
                      </a:r>
                      <a:r>
                        <a:rPr kumimoji="1" lang="ja-JP" altLang="en-US" sz="800" baseline="0" dirty="0"/>
                        <a:t>枚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lvl="0" indent="0" algn="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1" lang="en-US" altLang="ja-JP" sz="1200" baseline="0" dirty="0"/>
                        <a:t>300</a:t>
                      </a:r>
                      <a:r>
                        <a:rPr kumimoji="1" lang="ja-JP" altLang="en-US" sz="1200" baseline="0" dirty="0"/>
                        <a:t>円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1" lang="ja-JP" altLang="en-US" sz="800" baseline="0" dirty="0"/>
                        <a:t>パウンドケーキ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lvl="0" indent="0" algn="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1" lang="en-US" altLang="ja-JP" sz="1200" baseline="0" dirty="0"/>
                        <a:t>300</a:t>
                      </a:r>
                      <a:r>
                        <a:rPr kumimoji="1" lang="ja-JP" altLang="en-US" sz="1200" baseline="0" dirty="0"/>
                        <a:t>円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831793093"/>
                  </a:ext>
                </a:extLst>
              </a:tr>
              <a:tr h="313089">
                <a:tc>
                  <a:txBody>
                    <a:bodyPr/>
                    <a:lstStyle/>
                    <a:p>
                      <a:pPr algn="l">
                        <a:lnSpc>
                          <a:spcPct val="100000"/>
                        </a:lnSpc>
                      </a:pPr>
                      <a:r>
                        <a:rPr kumimoji="1" lang="ja-JP" altLang="en-US" sz="700" baseline="0" dirty="0"/>
                        <a:t>チョコスティックパイ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r">
                        <a:lnSpc>
                          <a:spcPct val="100000"/>
                        </a:lnSpc>
                      </a:pPr>
                      <a:r>
                        <a:rPr kumimoji="1" lang="en-US" altLang="ja-JP" sz="1200" baseline="0" dirty="0"/>
                        <a:t>180</a:t>
                      </a:r>
                      <a:r>
                        <a:rPr kumimoji="1" lang="ja-JP" altLang="en-US" sz="1200" baseline="0" dirty="0"/>
                        <a:t>円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1" lang="ja-JP" altLang="en-US" sz="700" baseline="0" dirty="0"/>
                        <a:t>アイスクリーム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lvl="0" indent="0" algn="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1" lang="en-US" altLang="ja-JP" sz="1050" baseline="0" dirty="0"/>
                        <a:t>150</a:t>
                      </a:r>
                      <a:r>
                        <a:rPr kumimoji="1" lang="ja-JP" altLang="en-US" sz="1050" baseline="0" dirty="0"/>
                        <a:t>円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286381126"/>
                  </a:ext>
                </a:extLst>
              </a:tr>
              <a:tr h="407015"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1" lang="ja-JP" altLang="en-US" sz="700" baseline="0" dirty="0"/>
                        <a:t>ホットコーヒー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lvl="0" indent="0" algn="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1" lang="en-US" altLang="ja-JP" sz="1200" baseline="0" dirty="0"/>
                        <a:t>200</a:t>
                      </a:r>
                      <a:r>
                        <a:rPr kumimoji="1" lang="ja-JP" altLang="en-US" sz="1200" baseline="0" dirty="0"/>
                        <a:t>円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1" lang="ja-JP" altLang="en-US" sz="700" baseline="0" dirty="0"/>
                        <a:t>アイスコーヒー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lvl="0" indent="0" algn="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1" lang="en-US" altLang="ja-JP" sz="1200" baseline="0" dirty="0"/>
                        <a:t>300</a:t>
                      </a:r>
                      <a:r>
                        <a:rPr kumimoji="1" lang="ja-JP" altLang="en-US" sz="1200" baseline="0" dirty="0"/>
                        <a:t>円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2192174911"/>
                  </a:ext>
                </a:extLst>
              </a:tr>
              <a:tr h="563560">
                <a:tc>
                  <a:txBody>
                    <a:bodyPr/>
                    <a:lstStyle/>
                    <a:p>
                      <a:pPr algn="l">
                        <a:lnSpc>
                          <a:spcPct val="100000"/>
                        </a:lnSpc>
                      </a:pPr>
                      <a:r>
                        <a:rPr kumimoji="1" lang="ja-JP" altLang="en-US" sz="800" baseline="0" dirty="0"/>
                        <a:t>はちみつ紅茶</a:t>
                      </a:r>
                      <a:endParaRPr kumimoji="1" lang="en-US" altLang="ja-JP" sz="800" baseline="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r">
                        <a:lnSpc>
                          <a:spcPct val="100000"/>
                        </a:lnSpc>
                      </a:pPr>
                      <a:r>
                        <a:rPr kumimoji="1" lang="en-US" altLang="ja-JP" sz="1200" baseline="0" dirty="0"/>
                        <a:t>300</a:t>
                      </a:r>
                      <a:r>
                        <a:rPr kumimoji="1" lang="ja-JP" altLang="en-US" sz="1200" baseline="0" dirty="0"/>
                        <a:t>円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1" lang="ja-JP" altLang="en-US" sz="700" baseline="0" dirty="0"/>
                        <a:t>アイスはちみつ紅茶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lvl="0" indent="0" algn="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1" lang="en-US" altLang="ja-JP" sz="1200" baseline="0" dirty="0"/>
                        <a:t>400</a:t>
                      </a:r>
                      <a:r>
                        <a:rPr kumimoji="1" lang="ja-JP" altLang="en-US" sz="1200" baseline="0" dirty="0"/>
                        <a:t>円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2886786758"/>
                  </a:ext>
                </a:extLst>
              </a:tr>
              <a:tr h="407015">
                <a:tc>
                  <a:txBody>
                    <a:bodyPr/>
                    <a:lstStyle/>
                    <a:p>
                      <a:pPr algn="l">
                        <a:lnSpc>
                          <a:spcPct val="100000"/>
                        </a:lnSpc>
                      </a:pPr>
                      <a:r>
                        <a:rPr kumimoji="1" lang="ja-JP" altLang="en-US" sz="700" baseline="0" dirty="0"/>
                        <a:t>ルイボスティー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r">
                        <a:lnSpc>
                          <a:spcPct val="100000"/>
                        </a:lnSpc>
                      </a:pPr>
                      <a:r>
                        <a:rPr kumimoji="1" lang="en-US" altLang="ja-JP" sz="1200" baseline="0" dirty="0"/>
                        <a:t>300</a:t>
                      </a:r>
                      <a:r>
                        <a:rPr kumimoji="1" lang="ja-JP" altLang="en-US" sz="1200" baseline="0" dirty="0"/>
                        <a:t>円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1" lang="ja-JP" altLang="en-US" sz="1000" baseline="0" dirty="0"/>
                        <a:t>ジュース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lvl="0" indent="0" algn="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1" lang="en-US" altLang="ja-JP" sz="1200" baseline="0" dirty="0"/>
                        <a:t>150</a:t>
                      </a:r>
                      <a:r>
                        <a:rPr kumimoji="1" lang="ja-JP" altLang="en-US" sz="1200" baseline="0" dirty="0"/>
                        <a:t>円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2126951596"/>
                  </a:ext>
                </a:extLst>
              </a:tr>
            </a:tbl>
          </a:graphicData>
        </a:graphic>
      </p:graphicFrame>
      <p:sp>
        <p:nvSpPr>
          <p:cNvPr id="2050" name="テキスト ボックス 1">
            <a:extLst>
              <a:ext uri="{FF2B5EF4-FFF2-40B4-BE49-F238E27FC236}">
                <a16:creationId xmlns:a16="http://schemas.microsoft.com/office/drawing/2014/main" id="{5702C9E6-E538-D21C-FB4D-1958D7B27AB2}"/>
              </a:ext>
            </a:extLst>
          </p:cNvPr>
          <p:cNvSpPr txBox="1"/>
          <p:nvPr/>
        </p:nvSpPr>
        <p:spPr>
          <a:xfrm>
            <a:off x="8777141" y="1214246"/>
            <a:ext cx="1906437" cy="406631"/>
          </a:xfrm>
          <a:prstGeom prst="rect">
            <a:avLst/>
          </a:prstGeom>
          <a:solidFill>
            <a:srgbClr val="292929"/>
          </a:solidFill>
          <a:ln w="6350">
            <a:solidFill>
              <a:srgbClr val="292929"/>
            </a:solidFill>
          </a:ln>
        </p:spPr>
        <p:txBody>
          <a:bodyPr rot="0" spcFirstLastPara="0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noAutofit/>
          </a:bodyPr>
          <a:lstStyle/>
          <a:p>
            <a:pPr>
              <a:lnSpc>
                <a:spcPct val="80000"/>
              </a:lnSpc>
              <a:spcAft>
                <a:spcPts val="800"/>
              </a:spcAft>
            </a:pPr>
            <a:r>
              <a:rPr lang="en-US" sz="2800" b="1" dirty="0" err="1">
                <a:solidFill>
                  <a:srgbClr val="FFFFFF"/>
                </a:solidFill>
                <a:effectLst/>
                <a:latin typeface="Berlin Sans FB Demi" panose="020E0802020502020306" pitchFamily="34" charset="0"/>
                <a:ea typeface="Meiryo UI" panose="020B0604030504040204" pitchFamily="50" charset="-128"/>
                <a:cs typeface="Arial" panose="020B0604020202020204" pitchFamily="34" charset="0"/>
              </a:rPr>
              <a:t>Fuhs</a:t>
            </a:r>
            <a:r>
              <a:rPr lang="en-US" sz="2800" b="1" dirty="0">
                <a:solidFill>
                  <a:srgbClr val="FFFFFF"/>
                </a:solidFill>
                <a:effectLst/>
                <a:latin typeface="Berlin Sans FB Demi" panose="020E0802020502020306" pitchFamily="34" charset="0"/>
                <a:ea typeface="Meiryo UI" panose="020B0604030504040204" pitchFamily="50" charset="-128"/>
                <a:cs typeface="Arial" panose="020B0604020202020204" pitchFamily="34" charset="0"/>
              </a:rPr>
              <a:t> </a:t>
            </a:r>
            <a:r>
              <a:rPr lang="en-US" altLang="ja-JP" sz="2800" b="1" dirty="0">
                <a:solidFill>
                  <a:srgbClr val="FFFFFF"/>
                </a:solidFill>
                <a:latin typeface="Berlin Sans FB Demi" panose="020E0802020502020306" pitchFamily="34" charset="0"/>
                <a:ea typeface="Meiryo UI" panose="020B0604030504040204" pitchFamily="50" charset="-128"/>
                <a:cs typeface="Arial" panose="020B0604020202020204" pitchFamily="34" charset="0"/>
              </a:rPr>
              <a:t>Café</a:t>
            </a:r>
            <a:endParaRPr lang="ja-JP" sz="2400" b="1" dirty="0">
              <a:solidFill>
                <a:srgbClr val="FFFFFF"/>
              </a:solidFill>
              <a:effectLst/>
              <a:latin typeface="Meiryo UI" panose="020B0604030504040204" pitchFamily="50" charset="-128"/>
              <a:ea typeface="Meiryo UI" panose="020B0604030504040204" pitchFamily="50" charset="-128"/>
              <a:cs typeface="Arial" panose="020B0604020202020204" pitchFamily="34" charset="0"/>
            </a:endParaRPr>
          </a:p>
        </p:txBody>
      </p:sp>
      <p:grpSp>
        <p:nvGrpSpPr>
          <p:cNvPr id="2051" name="グループ 16">
            <a:extLst>
              <a:ext uri="{FF2B5EF4-FFF2-40B4-BE49-F238E27FC236}">
                <a16:creationId xmlns:a16="http://schemas.microsoft.com/office/drawing/2014/main" id="{ADDD473D-6234-B410-EC47-1A8C452E145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/>
          <p:nvPr/>
        </p:nvGrpSpPr>
        <p:grpSpPr>
          <a:xfrm>
            <a:off x="3892065" y="0"/>
            <a:ext cx="7341622" cy="6858001"/>
            <a:chOff x="3200400" y="0"/>
            <a:chExt cx="5723896" cy="7177303"/>
          </a:xfrm>
        </p:grpSpPr>
        <p:sp>
          <p:nvSpPr>
            <p:cNvPr id="2052" name="長方形 30">
              <a:extLst>
                <a:ext uri="{FF2B5EF4-FFF2-40B4-BE49-F238E27FC236}">
                  <a16:creationId xmlns:a16="http://schemas.microsoft.com/office/drawing/2014/main" id="{DBE2AAF2-44AE-E5E9-57FF-02CEEC114920}"/>
                </a:ext>
              </a:extLst>
            </p:cNvPr>
            <p:cNvSpPr/>
            <p:nvPr/>
          </p:nvSpPr>
          <p:spPr>
            <a:xfrm>
              <a:off x="3263719" y="1"/>
              <a:ext cx="3303477" cy="7177302"/>
            </a:xfrm>
            <a:prstGeom prst="rect">
              <a:avLst/>
            </a:prstGeom>
            <a:solidFill>
              <a:schemeClr val="tx1">
                <a:lumMod val="85000"/>
                <a:lumOff val="1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>
                <a:lnSpc>
                  <a:spcPct val="80000"/>
                </a:lnSpc>
                <a:spcAft>
                  <a:spcPts val="800"/>
                </a:spcAft>
                <a:tabLst>
                  <a:tab pos="2628900" algn="l"/>
                </a:tabLst>
              </a:pPr>
              <a:r>
                <a:rPr lang="ja-JP" sz="900" b="1">
                  <a:solidFill>
                    <a:srgbClr val="FFFFFF"/>
                  </a:solidFill>
                  <a:effectLst/>
                  <a:latin typeface="Meiryo UI" panose="020B0604030504040204" pitchFamily="50" charset="-128"/>
                  <a:ea typeface="Meiryo UI" panose="020B0604030504040204" pitchFamily="50" charset="-128"/>
                  <a:cs typeface="Arial" panose="020B0604020202020204" pitchFamily="34" charset="0"/>
                </a:rPr>
                <a:t> </a:t>
              </a:r>
            </a:p>
          </p:txBody>
        </p:sp>
        <p:sp>
          <p:nvSpPr>
            <p:cNvPr id="2054" name="長方形 237">
              <a:extLst>
                <a:ext uri="{FF2B5EF4-FFF2-40B4-BE49-F238E27FC236}">
                  <a16:creationId xmlns:a16="http://schemas.microsoft.com/office/drawing/2014/main" id="{6A4C245A-FE04-0CB3-EB96-12F0AEA76B79}"/>
                </a:ext>
              </a:extLst>
            </p:cNvPr>
            <p:cNvSpPr/>
            <p:nvPr/>
          </p:nvSpPr>
          <p:spPr>
            <a:xfrm>
              <a:off x="6528512" y="839383"/>
              <a:ext cx="2395784" cy="6162514"/>
            </a:xfrm>
            <a:prstGeom prst="rect">
              <a:avLst/>
            </a:prstGeom>
            <a:noFill/>
            <a:ln cmpd="thickThin">
              <a:solidFill>
                <a:schemeClr val="bg1"/>
              </a:solidFill>
              <a:prstDash val="sysDash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endParaRPr lang="ja-JP" altLang="en-US"/>
            </a:p>
          </p:txBody>
        </p:sp>
        <p:sp>
          <p:nvSpPr>
            <p:cNvPr id="2062" name="長方形 2" descr="チーズとフルーツの盛られた皿" title="皿 1">
              <a:extLst>
                <a:ext uri="{FF2B5EF4-FFF2-40B4-BE49-F238E27FC236}">
                  <a16:creationId xmlns:a16="http://schemas.microsoft.com/office/drawing/2014/main" id="{A9B293A1-077C-8FCE-7221-F0A933D1E8B9}"/>
                </a:ext>
              </a:extLst>
            </p:cNvPr>
            <p:cNvSpPr/>
            <p:nvPr/>
          </p:nvSpPr>
          <p:spPr>
            <a:xfrm>
              <a:off x="3206400" y="0"/>
              <a:ext cx="1596307" cy="1596325"/>
            </a:xfrm>
            <a:prstGeom prst="rect">
              <a:avLst/>
            </a:prstGeom>
            <a:blipFill>
              <a:blip r:embed="rId2"/>
              <a:srcRect/>
              <a:stretch>
                <a:fillRect t="-10683" b="-6835"/>
              </a:stretch>
            </a:blip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endParaRPr lang="ja-JP" altLang="en-US"/>
            </a:p>
          </p:txBody>
        </p:sp>
        <p:sp>
          <p:nvSpPr>
            <p:cNvPr id="2064" name="長方形 11" descr="スープ" title="皿 3">
              <a:extLst>
                <a:ext uri="{FF2B5EF4-FFF2-40B4-BE49-F238E27FC236}">
                  <a16:creationId xmlns:a16="http://schemas.microsoft.com/office/drawing/2014/main" id="{29955852-0FD2-3053-2D31-FEA2940ABFC8}"/>
                </a:ext>
              </a:extLst>
            </p:cNvPr>
            <p:cNvSpPr/>
            <p:nvPr/>
          </p:nvSpPr>
          <p:spPr>
            <a:xfrm>
              <a:off x="3200400" y="2413000"/>
              <a:ext cx="1596307" cy="1596325"/>
            </a:xfrm>
            <a:prstGeom prst="rect">
              <a:avLst/>
            </a:prstGeom>
            <a:blipFill>
              <a:blip r:embed="rId3"/>
              <a:stretch>
                <a:fillRect t="-2000" b="-25000"/>
              </a:stretch>
            </a:blip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endParaRPr lang="ja-JP" altLang="en-US"/>
            </a:p>
          </p:txBody>
        </p:sp>
        <p:sp>
          <p:nvSpPr>
            <p:cNvPr id="2065" name="長方形 12" descr="デザート" title="皿 4">
              <a:extLst>
                <a:ext uri="{FF2B5EF4-FFF2-40B4-BE49-F238E27FC236}">
                  <a16:creationId xmlns:a16="http://schemas.microsoft.com/office/drawing/2014/main" id="{D76B66DF-0728-D7B6-55C8-0F1CDD9E3A24}"/>
                </a:ext>
              </a:extLst>
            </p:cNvPr>
            <p:cNvSpPr/>
            <p:nvPr/>
          </p:nvSpPr>
          <p:spPr>
            <a:xfrm>
              <a:off x="4891237" y="2430779"/>
              <a:ext cx="1596307" cy="1596325"/>
            </a:xfrm>
            <a:prstGeom prst="rect">
              <a:avLst/>
            </a:prstGeom>
            <a:blipFill>
              <a:blip r:embed="rId4"/>
              <a:srcRect/>
              <a:stretch>
                <a:fillRect l="-27867" t="-14787" r="-29953" b="-7163"/>
              </a:stretch>
            </a:blip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endParaRPr lang="ja-JP" altLang="en-US"/>
            </a:p>
          </p:txBody>
        </p:sp>
        <p:sp>
          <p:nvSpPr>
            <p:cNvPr id="2067" name="長方形 29" descr="スムージー ボウル 2" title="皿 6">
              <a:extLst>
                <a:ext uri="{FF2B5EF4-FFF2-40B4-BE49-F238E27FC236}">
                  <a16:creationId xmlns:a16="http://schemas.microsoft.com/office/drawing/2014/main" id="{A2B4244D-7ABF-62B1-0B5B-5A2C20CFDCC5}"/>
                </a:ext>
              </a:extLst>
            </p:cNvPr>
            <p:cNvSpPr/>
            <p:nvPr/>
          </p:nvSpPr>
          <p:spPr>
            <a:xfrm>
              <a:off x="4891237" y="4804041"/>
              <a:ext cx="1596307" cy="1596325"/>
            </a:xfrm>
            <a:prstGeom prst="rect">
              <a:avLst/>
            </a:prstGeom>
            <a:blipFill dpi="0" rotWithShape="1">
              <a:blip r:embed="rId5"/>
              <a:srcRect/>
              <a:stretch>
                <a:fillRect t="-44434" b="1"/>
              </a:stretch>
            </a:blip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>
                <a:lnSpc>
                  <a:spcPct val="80000"/>
                </a:lnSpc>
                <a:spcAft>
                  <a:spcPts val="800"/>
                </a:spcAft>
              </a:pPr>
              <a:r>
                <a:rPr lang="en-US" sz="900" b="1">
                  <a:solidFill>
                    <a:srgbClr val="FFFFFF"/>
                  </a:solidFill>
                  <a:effectLst/>
                  <a:latin typeface="Meiryo UI" panose="020B0604030504040204" pitchFamily="50" charset="-128"/>
                  <a:ea typeface="Meiryo UI" panose="020B0604030504040204" pitchFamily="50" charset="-128"/>
                  <a:cs typeface="Arial" panose="020B0604020202020204" pitchFamily="34" charset="0"/>
                </a:rPr>
                <a:t> </a:t>
              </a:r>
              <a:endParaRPr lang="ja-JP" sz="900" b="1">
                <a:solidFill>
                  <a:srgbClr val="FFFFFF"/>
                </a:solidFill>
                <a:effectLst/>
                <a:latin typeface="Meiryo UI" panose="020B0604030504040204" pitchFamily="50" charset="-128"/>
                <a:ea typeface="Meiryo UI" panose="020B0604030504040204" pitchFamily="50" charset="-128"/>
                <a:cs typeface="Arial" panose="020B0604020202020204" pitchFamily="34" charset="0"/>
              </a:endParaRPr>
            </a:p>
          </p:txBody>
        </p:sp>
      </p:grpSp>
      <p:sp>
        <p:nvSpPr>
          <p:cNvPr id="2" name="テキスト ボックス 1">
            <a:extLst>
              <a:ext uri="{FF2B5EF4-FFF2-40B4-BE49-F238E27FC236}">
                <a16:creationId xmlns:a16="http://schemas.microsoft.com/office/drawing/2014/main" id="{8EBB0AC7-939F-B432-98ED-6842593EAF89}"/>
              </a:ext>
            </a:extLst>
          </p:cNvPr>
          <p:cNvSpPr txBox="1"/>
          <p:nvPr/>
        </p:nvSpPr>
        <p:spPr>
          <a:xfrm>
            <a:off x="936973" y="6290654"/>
            <a:ext cx="3388308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kumimoji="1" lang="en-US" altLang="ja-JP" sz="1400" dirty="0">
                <a:solidFill>
                  <a:schemeClr val="bg1"/>
                </a:solidFill>
              </a:rPr>
              <a:t>※</a:t>
            </a:r>
            <a:r>
              <a:rPr kumimoji="1" lang="ja-JP" altLang="en-US" sz="1400" dirty="0">
                <a:solidFill>
                  <a:schemeClr val="bg1"/>
                </a:solidFill>
              </a:rPr>
              <a:t>前髪ｶｯﾄ</a:t>
            </a:r>
            <a:r>
              <a:rPr kumimoji="1" lang="en-US" altLang="ja-JP" sz="1400" dirty="0">
                <a:solidFill>
                  <a:schemeClr val="bg1"/>
                </a:solidFill>
              </a:rPr>
              <a:t>500</a:t>
            </a:r>
            <a:r>
              <a:rPr kumimoji="1" lang="ja-JP" altLang="en-US" sz="1400" dirty="0">
                <a:solidFill>
                  <a:schemeClr val="bg1"/>
                </a:solidFill>
              </a:rPr>
              <a:t>円ﾛﾝｸﾞ</a:t>
            </a:r>
            <a:r>
              <a:rPr kumimoji="1" lang="en-US" altLang="ja-JP" sz="1400" dirty="0">
                <a:solidFill>
                  <a:schemeClr val="bg1"/>
                </a:solidFill>
              </a:rPr>
              <a:t>300</a:t>
            </a:r>
            <a:r>
              <a:rPr kumimoji="1" lang="ja-JP" altLang="en-US" sz="1400" dirty="0">
                <a:solidFill>
                  <a:schemeClr val="bg1"/>
                </a:solidFill>
              </a:rPr>
              <a:t>円超ﾛﾝｸﾞ</a:t>
            </a:r>
            <a:r>
              <a:rPr kumimoji="1" lang="en-US" altLang="ja-JP" sz="1400" dirty="0">
                <a:solidFill>
                  <a:schemeClr val="bg1"/>
                </a:solidFill>
              </a:rPr>
              <a:t>500</a:t>
            </a:r>
            <a:r>
              <a:rPr kumimoji="1" lang="ja-JP" altLang="en-US" sz="1400" dirty="0">
                <a:solidFill>
                  <a:schemeClr val="bg1"/>
                </a:solidFill>
              </a:rPr>
              <a:t>円</a:t>
            </a:r>
          </a:p>
        </p:txBody>
      </p:sp>
      <p:pic>
        <p:nvPicPr>
          <p:cNvPr id="6" name="図 5">
            <a:extLst>
              <a:ext uri="{FF2B5EF4-FFF2-40B4-BE49-F238E27FC236}">
                <a16:creationId xmlns:a16="http://schemas.microsoft.com/office/drawing/2014/main" id="{2A4E1E2C-89F6-CE91-AE5E-AED314ADD0B5}"/>
              </a:ext>
            </a:extLst>
          </p:cNvPr>
          <p:cNvPicPr>
            <a:picLocks noChangeAspect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893635" y="4031"/>
            <a:ext cx="2101413" cy="1794132"/>
          </a:xfrm>
          <a:prstGeom prst="rect">
            <a:avLst/>
          </a:prstGeom>
        </p:spPr>
      </p:pic>
      <p:pic>
        <p:nvPicPr>
          <p:cNvPr id="9" name="図 8">
            <a:extLst>
              <a:ext uri="{FF2B5EF4-FFF2-40B4-BE49-F238E27FC236}">
                <a16:creationId xmlns:a16="http://schemas.microsoft.com/office/drawing/2014/main" id="{F79761DD-4563-A211-0A6A-1E989AB3A8F8}"/>
              </a:ext>
            </a:extLst>
          </p:cNvPr>
          <p:cNvPicPr>
            <a:picLocks noChangeAspect="1"/>
          </p:cNvPicPr>
          <p:nvPr/>
        </p:nvPicPr>
        <p:blipFill>
          <a:blip r:embed="rId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036732" y="-12693"/>
            <a:ext cx="2066424" cy="1848549"/>
          </a:xfrm>
          <a:prstGeom prst="rect">
            <a:avLst/>
          </a:prstGeom>
        </p:spPr>
      </p:pic>
      <p:pic>
        <p:nvPicPr>
          <p:cNvPr id="12" name="図 11">
            <a:extLst>
              <a:ext uri="{FF2B5EF4-FFF2-40B4-BE49-F238E27FC236}">
                <a16:creationId xmlns:a16="http://schemas.microsoft.com/office/drawing/2014/main" id="{D8345395-CBDD-3297-BFD7-D4E463D8A374}"/>
              </a:ext>
            </a:extLst>
          </p:cNvPr>
          <p:cNvPicPr>
            <a:picLocks noChangeAspect="1"/>
          </p:cNvPicPr>
          <p:nvPr/>
        </p:nvPicPr>
        <p:blipFill>
          <a:blip r:embed="rId8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866298" y="2252883"/>
            <a:ext cx="2101413" cy="1848549"/>
          </a:xfrm>
          <a:prstGeom prst="rect">
            <a:avLst/>
          </a:prstGeom>
        </p:spPr>
      </p:pic>
      <p:pic>
        <p:nvPicPr>
          <p:cNvPr id="17" name="図 16">
            <a:extLst>
              <a:ext uri="{FF2B5EF4-FFF2-40B4-BE49-F238E27FC236}">
                <a16:creationId xmlns:a16="http://schemas.microsoft.com/office/drawing/2014/main" id="{FDE52456-69C3-DA94-8BA2-CF9308A1F058}"/>
              </a:ext>
            </a:extLst>
          </p:cNvPr>
          <p:cNvPicPr>
            <a:picLocks noChangeAspect="1"/>
          </p:cNvPicPr>
          <p:nvPr/>
        </p:nvPicPr>
        <p:blipFill>
          <a:blip r:embed="rId9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291482" y="2245000"/>
            <a:ext cx="1811674" cy="1848549"/>
          </a:xfrm>
          <a:prstGeom prst="rect">
            <a:avLst/>
          </a:prstGeom>
        </p:spPr>
      </p:pic>
      <p:pic>
        <p:nvPicPr>
          <p:cNvPr id="23" name="図 22">
            <a:extLst>
              <a:ext uri="{FF2B5EF4-FFF2-40B4-BE49-F238E27FC236}">
                <a16:creationId xmlns:a16="http://schemas.microsoft.com/office/drawing/2014/main" id="{4BEF9786-E291-89DF-DD22-A6EE15E02D7D}"/>
              </a:ext>
            </a:extLst>
          </p:cNvPr>
          <p:cNvPicPr>
            <a:picLocks noChangeAspect="1"/>
          </p:cNvPicPr>
          <p:nvPr/>
        </p:nvPicPr>
        <p:blipFill>
          <a:blip r:embed="rId10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960863" y="281671"/>
            <a:ext cx="937752" cy="840150"/>
          </a:xfrm>
          <a:prstGeom prst="rect">
            <a:avLst/>
          </a:prstGeom>
          <a:solidFill>
            <a:schemeClr val="bg1"/>
          </a:solidFill>
        </p:spPr>
      </p:pic>
      <p:sp>
        <p:nvSpPr>
          <p:cNvPr id="3" name="テキスト ボックス 2">
            <a:extLst>
              <a:ext uri="{FF2B5EF4-FFF2-40B4-BE49-F238E27FC236}">
                <a16:creationId xmlns:a16="http://schemas.microsoft.com/office/drawing/2014/main" id="{4036C680-AC1D-BA8F-84E7-96F69B57319C}"/>
              </a:ext>
            </a:extLst>
          </p:cNvPr>
          <p:cNvSpPr txBox="1"/>
          <p:nvPr/>
        </p:nvSpPr>
        <p:spPr>
          <a:xfrm>
            <a:off x="8410580" y="6245902"/>
            <a:ext cx="3664238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kumimoji="1" lang="en-US" altLang="ja-JP" sz="1400" dirty="0">
                <a:solidFill>
                  <a:schemeClr val="bg1"/>
                </a:solidFill>
              </a:rPr>
              <a:t>※</a:t>
            </a:r>
            <a:r>
              <a:rPr lang="ja-JP" altLang="en-US" sz="1400" dirty="0">
                <a:solidFill>
                  <a:schemeClr val="bg1"/>
                </a:solidFill>
              </a:rPr>
              <a:t>その他、ご注文も承ります</a:t>
            </a:r>
            <a:r>
              <a:rPr kumimoji="1" lang="ja-JP" altLang="en-US" sz="1400" dirty="0">
                <a:solidFill>
                  <a:schemeClr val="bg1"/>
                </a:solidFill>
              </a:rPr>
              <a:t>。</a:t>
            </a:r>
          </a:p>
        </p:txBody>
      </p:sp>
      <p:pic>
        <p:nvPicPr>
          <p:cNvPr id="2049" name="図 2048">
            <a:extLst>
              <a:ext uri="{FF2B5EF4-FFF2-40B4-BE49-F238E27FC236}">
                <a16:creationId xmlns:a16="http://schemas.microsoft.com/office/drawing/2014/main" id="{B714D923-F2E5-BF5B-4EA0-237A9F318C6E}"/>
              </a:ext>
            </a:extLst>
          </p:cNvPr>
          <p:cNvPicPr>
            <a:picLocks noChangeAspect="1"/>
          </p:cNvPicPr>
          <p:nvPr/>
        </p:nvPicPr>
        <p:blipFill>
          <a:blip r:embed="rId11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948389" y="4561445"/>
            <a:ext cx="2201626" cy="1621424"/>
          </a:xfrm>
          <a:prstGeom prst="rect">
            <a:avLst/>
          </a:prstGeom>
        </p:spPr>
      </p:pic>
      <p:pic>
        <p:nvPicPr>
          <p:cNvPr id="25" name="図 24">
            <a:extLst>
              <a:ext uri="{FF2B5EF4-FFF2-40B4-BE49-F238E27FC236}">
                <a16:creationId xmlns:a16="http://schemas.microsoft.com/office/drawing/2014/main" id="{FF55CBB9-7CCB-31B6-8203-EF2EBE38D25D}"/>
              </a:ext>
            </a:extLst>
          </p:cNvPr>
          <p:cNvPicPr>
            <a:picLocks noChangeAspect="1"/>
          </p:cNvPicPr>
          <p:nvPr/>
        </p:nvPicPr>
        <p:blipFill>
          <a:blip r:embed="rId10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181350" y="255245"/>
            <a:ext cx="937753" cy="840150"/>
          </a:xfrm>
          <a:prstGeom prst="rect">
            <a:avLst/>
          </a:prstGeom>
          <a:solidFill>
            <a:schemeClr val="bg1"/>
          </a:solidFill>
        </p:spPr>
      </p:pic>
      <p:pic>
        <p:nvPicPr>
          <p:cNvPr id="8" name="図 7">
            <a:extLst>
              <a:ext uri="{FF2B5EF4-FFF2-40B4-BE49-F238E27FC236}">
                <a16:creationId xmlns:a16="http://schemas.microsoft.com/office/drawing/2014/main" id="{320093E7-2025-0FD8-6B12-CB2F18A2B62B}"/>
              </a:ext>
            </a:extLst>
          </p:cNvPr>
          <p:cNvPicPr>
            <a:picLocks noChangeAspect="1"/>
          </p:cNvPicPr>
          <p:nvPr/>
        </p:nvPicPr>
        <p:blipFill>
          <a:blip r:embed="rId1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 rot="5400000">
            <a:off x="4115921" y="4350076"/>
            <a:ext cx="1621424" cy="2044162"/>
          </a:xfrm>
          <a:prstGeom prst="rect">
            <a:avLst/>
          </a:prstGeom>
        </p:spPr>
      </p:pic>
      <p:pic>
        <p:nvPicPr>
          <p:cNvPr id="10" name="図 9">
            <a:extLst>
              <a:ext uri="{FF2B5EF4-FFF2-40B4-BE49-F238E27FC236}">
                <a16:creationId xmlns:a16="http://schemas.microsoft.com/office/drawing/2014/main" id="{7BA61630-9D0D-5DF2-550A-07537520F44C}"/>
              </a:ext>
            </a:extLst>
          </p:cNvPr>
          <p:cNvPicPr>
            <a:picLocks noChangeAspect="1"/>
          </p:cNvPicPr>
          <p:nvPr/>
        </p:nvPicPr>
        <p:blipFill>
          <a:blip r:embed="rId1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 rot="5400000">
            <a:off x="3703586" y="2397908"/>
            <a:ext cx="1818525" cy="1493102"/>
          </a:xfrm>
          <a:prstGeom prst="rect">
            <a:avLst/>
          </a:prstGeom>
        </p:spPr>
      </p:pic>
      <p:pic>
        <p:nvPicPr>
          <p:cNvPr id="18" name="図 17">
            <a:extLst>
              <a:ext uri="{FF2B5EF4-FFF2-40B4-BE49-F238E27FC236}">
                <a16:creationId xmlns:a16="http://schemas.microsoft.com/office/drawing/2014/main" id="{FDDF559B-6847-93D7-5D3E-2A9B97B999AB}"/>
              </a:ext>
            </a:extLst>
          </p:cNvPr>
          <p:cNvPicPr>
            <a:picLocks noChangeAspect="1"/>
          </p:cNvPicPr>
          <p:nvPr/>
        </p:nvPicPr>
        <p:blipFill>
          <a:blip r:embed="rId1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 rot="5400000">
            <a:off x="5109060" y="2476068"/>
            <a:ext cx="1848549" cy="138641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41754421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7" name="グループ 9">
            <a:extLst>
              <a:ext uri="{FF2B5EF4-FFF2-40B4-BE49-F238E27FC236}">
                <a16:creationId xmlns:a16="http://schemas.microsoft.com/office/drawing/2014/main" id="{C9CA3ABA-561C-3692-EAA6-E8E3C38C0A1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/>
          <p:nvPr/>
        </p:nvGrpSpPr>
        <p:grpSpPr>
          <a:xfrm>
            <a:off x="-112019" y="0"/>
            <a:ext cx="12505285" cy="6875690"/>
            <a:chOff x="14299" y="18821"/>
            <a:chExt cx="9414989" cy="7315200"/>
          </a:xfrm>
        </p:grpSpPr>
        <p:sp>
          <p:nvSpPr>
            <p:cNvPr id="11" name="長方形 49">
              <a:extLst>
                <a:ext uri="{FF2B5EF4-FFF2-40B4-BE49-F238E27FC236}">
                  <a16:creationId xmlns:a16="http://schemas.microsoft.com/office/drawing/2014/main" id="{3AA00C76-A2DC-F7A5-35ED-ED03A2D110EA}"/>
                </a:ext>
              </a:extLst>
            </p:cNvPr>
            <p:cNvSpPr/>
            <p:nvPr/>
          </p:nvSpPr>
          <p:spPr>
            <a:xfrm>
              <a:off x="14299" y="18821"/>
              <a:ext cx="3489444" cy="7315200"/>
            </a:xfrm>
            <a:prstGeom prst="rect">
              <a:avLst/>
            </a:prstGeom>
            <a:solidFill>
              <a:schemeClr val="tx1">
                <a:lumMod val="85000"/>
                <a:lumOff val="1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>
                <a:lnSpc>
                  <a:spcPct val="80000"/>
                </a:lnSpc>
                <a:spcAft>
                  <a:spcPts val="800"/>
                </a:spcAft>
                <a:tabLst>
                  <a:tab pos="2628900" algn="l"/>
                </a:tabLst>
              </a:pPr>
              <a:r>
                <a:rPr lang="ja-JP" sz="900" b="1">
                  <a:solidFill>
                    <a:srgbClr val="FFFFFF"/>
                  </a:solidFill>
                  <a:effectLst/>
                  <a:latin typeface="Meiryo UI" panose="020B0604030504040204" pitchFamily="50" charset="-128"/>
                  <a:ea typeface="Meiryo UI" panose="020B0604030504040204" pitchFamily="50" charset="-128"/>
                  <a:cs typeface="Arial" panose="020B0604020202020204" pitchFamily="34" charset="0"/>
                </a:rPr>
                <a:t> </a:t>
              </a:r>
            </a:p>
          </p:txBody>
        </p:sp>
        <p:sp>
          <p:nvSpPr>
            <p:cNvPr id="13" name="長方形 76">
              <a:extLst>
                <a:ext uri="{FF2B5EF4-FFF2-40B4-BE49-F238E27FC236}">
                  <a16:creationId xmlns:a16="http://schemas.microsoft.com/office/drawing/2014/main" id="{AFE3DBDC-990C-B722-71AB-99306D2D08A8}"/>
                </a:ext>
              </a:extLst>
            </p:cNvPr>
            <p:cNvSpPr/>
            <p:nvPr/>
          </p:nvSpPr>
          <p:spPr>
            <a:xfrm>
              <a:off x="6684818" y="3616036"/>
              <a:ext cx="2744470" cy="1517650"/>
            </a:xfrm>
            <a:prstGeom prst="rect">
              <a:avLst/>
            </a:prstGeom>
            <a:noFill/>
            <a:ln cmpd="thickThin">
              <a:solidFill>
                <a:schemeClr val="bg1"/>
              </a:solidFill>
              <a:prstDash val="sysDash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endParaRPr lang="ja-JP" altLang="en-US"/>
            </a:p>
          </p:txBody>
        </p:sp>
        <p:sp>
          <p:nvSpPr>
            <p:cNvPr id="14" name="長方形 50">
              <a:extLst>
                <a:ext uri="{FF2B5EF4-FFF2-40B4-BE49-F238E27FC236}">
                  <a16:creationId xmlns:a16="http://schemas.microsoft.com/office/drawing/2014/main" id="{E6D26529-1E37-C2BA-CD04-09C3E189FEF1}"/>
                </a:ext>
              </a:extLst>
            </p:cNvPr>
            <p:cNvSpPr/>
            <p:nvPr/>
          </p:nvSpPr>
          <p:spPr>
            <a:xfrm>
              <a:off x="813755" y="810491"/>
              <a:ext cx="2171347" cy="6286500"/>
            </a:xfrm>
            <a:prstGeom prst="rect">
              <a:avLst/>
            </a:prstGeom>
            <a:noFill/>
            <a:ln cmpd="thickThin">
              <a:solidFill>
                <a:schemeClr val="bg1"/>
              </a:solidFill>
              <a:prstDash val="sysDash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endParaRPr lang="ja-JP" altLang="en-US"/>
            </a:p>
          </p:txBody>
        </p:sp>
      </p:grpSp>
      <p:sp>
        <p:nvSpPr>
          <p:cNvPr id="5" name="Rectangle 3">
            <a:extLst>
              <a:ext uri="{FF2B5EF4-FFF2-40B4-BE49-F238E27FC236}">
                <a16:creationId xmlns:a16="http://schemas.microsoft.com/office/drawing/2014/main" id="{954AEE67-4E0B-74BF-18F4-DD3C29581724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0"/>
            <a:ext cx="121920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76176" rIns="91440" bIns="76176" numCol="1" anchor="ctr" anchorCtr="0" compatLnSpc="1">
            <a:prstTxWarp prst="textNoShape">
              <a:avLst/>
            </a:prstTxWarp>
            <a:spAutoFit/>
          </a:bodyPr>
          <a:lstStyle/>
          <a:p>
            <a:endParaRPr lang="ja-JP" altLang="en-US"/>
          </a:p>
        </p:txBody>
      </p:sp>
      <p:graphicFrame>
        <p:nvGraphicFramePr>
          <p:cNvPr id="27" name="表 26">
            <a:extLst>
              <a:ext uri="{FF2B5EF4-FFF2-40B4-BE49-F238E27FC236}">
                <a16:creationId xmlns:a16="http://schemas.microsoft.com/office/drawing/2014/main" id="{E504A253-88C4-4BE4-15A2-E4B6B34484AE}"/>
              </a:ext>
            </a:extLst>
          </p:cNvPr>
          <p:cNvGraphicFramePr>
            <a:graphicFrameLocks noGrp="1"/>
          </p:cNvGraphicFramePr>
          <p:nvPr/>
        </p:nvGraphicFramePr>
        <p:xfrm>
          <a:off x="1053133" y="1785342"/>
          <a:ext cx="2679474" cy="4496210"/>
        </p:xfrm>
        <a:graphic>
          <a:graphicData uri="http://schemas.openxmlformats.org/drawingml/2006/table">
            <a:tbl>
              <a:tblPr firstRow="1" bandRow="1">
                <a:tableStyleId>{073A0DAA-6AF3-43AB-8588-CEC1D06C72B9}</a:tableStyleId>
              </a:tblPr>
              <a:tblGrid>
                <a:gridCol w="1266864">
                  <a:extLst>
                    <a:ext uri="{9D8B030D-6E8A-4147-A177-3AD203B41FA5}">
                      <a16:colId xmlns:a16="http://schemas.microsoft.com/office/drawing/2014/main" val="3654700360"/>
                    </a:ext>
                  </a:extLst>
                </a:gridCol>
                <a:gridCol w="1412610">
                  <a:extLst>
                    <a:ext uri="{9D8B030D-6E8A-4147-A177-3AD203B41FA5}">
                      <a16:colId xmlns:a16="http://schemas.microsoft.com/office/drawing/2014/main" val="205792386"/>
                    </a:ext>
                  </a:extLst>
                </a:gridCol>
              </a:tblGrid>
              <a:tr h="402140">
                <a:tc>
                  <a:txBody>
                    <a:bodyPr/>
                    <a:lstStyle/>
                    <a:p>
                      <a:r>
                        <a:rPr kumimoji="1" lang="ja-JP" altLang="en-US" dirty="0"/>
                        <a:t>メニュー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kumimoji="1" lang="ja-JP" altLang="en-US" dirty="0"/>
                        <a:t>　お値段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989583707"/>
                  </a:ext>
                </a:extLst>
              </a:tr>
              <a:tr h="327118">
                <a:tc>
                  <a:txBody>
                    <a:bodyPr/>
                    <a:lstStyle/>
                    <a:p>
                      <a:r>
                        <a:rPr kumimoji="1" lang="ja-JP" altLang="en-US" sz="800" dirty="0"/>
                        <a:t>ｶｯﾄのみ（ドライ付）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r">
                        <a:lnSpc>
                          <a:spcPct val="150000"/>
                        </a:lnSpc>
                      </a:pPr>
                      <a:r>
                        <a:rPr kumimoji="1" lang="en-US" altLang="ja-JP" sz="1050" dirty="0"/>
                        <a:t>1,500</a:t>
                      </a:r>
                      <a:r>
                        <a:rPr kumimoji="1" lang="ja-JP" altLang="en-US" sz="1050" dirty="0"/>
                        <a:t>円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478482749"/>
                  </a:ext>
                </a:extLst>
              </a:tr>
              <a:tr h="309052">
                <a:tc>
                  <a:txBody>
                    <a:bodyPr/>
                    <a:lstStyle/>
                    <a:p>
                      <a:pPr algn="l"/>
                      <a:r>
                        <a:rPr kumimoji="1" lang="ja-JP" altLang="en-US" sz="1200" dirty="0"/>
                        <a:t>ｼｬﾝﾌﾟｰｶｯﾄﾌﾞﾛｰ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r"/>
                      <a:r>
                        <a:rPr kumimoji="1" lang="en-US" altLang="ja-JP" sz="1050" dirty="0"/>
                        <a:t>3,000</a:t>
                      </a:r>
                      <a:r>
                        <a:rPr kumimoji="1" lang="ja-JP" altLang="en-US" sz="1050" dirty="0"/>
                        <a:t>円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636888337"/>
                  </a:ext>
                </a:extLst>
              </a:tr>
              <a:tr h="303269">
                <a:tc>
                  <a:txBody>
                    <a:bodyPr/>
                    <a:lstStyle/>
                    <a:p>
                      <a:r>
                        <a:rPr kumimoji="1" lang="ja-JP" altLang="en-US" sz="1200" dirty="0"/>
                        <a:t>ｼｬﾝﾌﾟｰのみ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r">
                        <a:lnSpc>
                          <a:spcPct val="150000"/>
                        </a:lnSpc>
                      </a:pPr>
                      <a:r>
                        <a:rPr kumimoji="1" lang="en-US" altLang="ja-JP" sz="1050" dirty="0"/>
                        <a:t>1,000</a:t>
                      </a:r>
                      <a:r>
                        <a:rPr kumimoji="1" lang="ja-JP" altLang="en-US" sz="1050" dirty="0"/>
                        <a:t>円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396471299"/>
                  </a:ext>
                </a:extLst>
              </a:tr>
              <a:tr h="276471">
                <a:tc>
                  <a:txBody>
                    <a:bodyPr/>
                    <a:lstStyle/>
                    <a:p>
                      <a:r>
                        <a:rPr kumimoji="1" lang="ja-JP" altLang="en-US" sz="1050" dirty="0"/>
                        <a:t>ﾌﾞﾛｰｾｯﾄのみ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r">
                        <a:lnSpc>
                          <a:spcPct val="150000"/>
                        </a:lnSpc>
                      </a:pPr>
                      <a:r>
                        <a:rPr kumimoji="1" lang="en-US" altLang="ja-JP" sz="1050" dirty="0"/>
                        <a:t>1,000</a:t>
                      </a:r>
                      <a:r>
                        <a:rPr kumimoji="1" lang="ja-JP" altLang="en-US" sz="1050" dirty="0"/>
                        <a:t>円</a:t>
                      </a:r>
                      <a:endParaRPr kumimoji="1" lang="en-US" altLang="ja-JP" sz="105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93707901"/>
                  </a:ext>
                </a:extLst>
              </a:tr>
              <a:tr h="319292">
                <a:tc>
                  <a:txBody>
                    <a:bodyPr/>
                    <a:lstStyle/>
                    <a:p>
                      <a:r>
                        <a:rPr kumimoji="1" lang="ja-JP" altLang="en-US" sz="1050" dirty="0"/>
                        <a:t>ｶﾗｰ</a:t>
                      </a:r>
                      <a:r>
                        <a:rPr kumimoji="1" lang="en-US" altLang="ja-JP" sz="1050" dirty="0"/>
                        <a:t>(</a:t>
                      </a:r>
                      <a:r>
                        <a:rPr kumimoji="1" lang="ja-JP" altLang="en-US" sz="1050" dirty="0"/>
                        <a:t>ﾘﾀｯﾁ</a:t>
                      </a:r>
                      <a:r>
                        <a:rPr kumimoji="1" lang="en-US" altLang="ja-JP" sz="1050" dirty="0"/>
                        <a:t>)</a:t>
                      </a:r>
                      <a:endParaRPr kumimoji="1" lang="ja-JP" altLang="en-US" sz="105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r">
                        <a:lnSpc>
                          <a:spcPct val="150000"/>
                        </a:lnSpc>
                      </a:pPr>
                      <a:r>
                        <a:rPr kumimoji="1" lang="en-US" altLang="ja-JP" sz="1050" dirty="0"/>
                        <a:t>3,000</a:t>
                      </a:r>
                      <a:r>
                        <a:rPr kumimoji="1" lang="ja-JP" altLang="en-US" sz="1050" dirty="0"/>
                        <a:t>円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4012262251"/>
                  </a:ext>
                </a:extLst>
              </a:tr>
              <a:tr h="328261">
                <a:tc>
                  <a:txBody>
                    <a:bodyPr/>
                    <a:lstStyle/>
                    <a:p>
                      <a:r>
                        <a:rPr kumimoji="1" lang="ja-JP" altLang="en-US" sz="1050" dirty="0"/>
                        <a:t>ﾏﾆｷｭｱ</a:t>
                      </a:r>
                      <a:r>
                        <a:rPr kumimoji="1" lang="en-US" altLang="ja-JP" sz="1050" dirty="0"/>
                        <a:t>(</a:t>
                      </a:r>
                      <a:r>
                        <a:rPr kumimoji="1" lang="ja-JP" altLang="en-US" sz="1050" dirty="0"/>
                        <a:t>ﾘﾀｯﾁ</a:t>
                      </a:r>
                      <a:r>
                        <a:rPr kumimoji="1" lang="en-US" altLang="ja-JP" sz="1050" dirty="0"/>
                        <a:t>)</a:t>
                      </a:r>
                      <a:endParaRPr kumimoji="1" lang="ja-JP" altLang="en-US" sz="105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r">
                        <a:lnSpc>
                          <a:spcPct val="150000"/>
                        </a:lnSpc>
                      </a:pPr>
                      <a:r>
                        <a:rPr kumimoji="1" lang="en-US" altLang="ja-JP" sz="1050" dirty="0"/>
                        <a:t>3,000</a:t>
                      </a:r>
                      <a:r>
                        <a:rPr kumimoji="1" lang="ja-JP" altLang="en-US" sz="1050" dirty="0"/>
                        <a:t>円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831793093"/>
                  </a:ext>
                </a:extLst>
              </a:tr>
              <a:tr h="336048">
                <a:tc>
                  <a:txBody>
                    <a:bodyPr/>
                    <a:lstStyle/>
                    <a:p>
                      <a:r>
                        <a:rPr kumimoji="1" lang="ja-JP" altLang="en-US" sz="1050" dirty="0"/>
                        <a:t>ｶｯﾄｶﾗｰ</a:t>
                      </a:r>
                      <a:r>
                        <a:rPr kumimoji="1" lang="en-US" altLang="ja-JP" sz="1050" dirty="0"/>
                        <a:t>(</a:t>
                      </a:r>
                      <a:r>
                        <a:rPr kumimoji="1" lang="ja-JP" altLang="en-US" sz="1050" dirty="0"/>
                        <a:t>ﾘﾀｯﾁ</a:t>
                      </a:r>
                      <a:r>
                        <a:rPr kumimoji="1" lang="en-US" altLang="ja-JP" sz="1050" dirty="0"/>
                        <a:t>)</a:t>
                      </a:r>
                      <a:endParaRPr kumimoji="1" lang="ja-JP" altLang="en-US" sz="105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r">
                        <a:lnSpc>
                          <a:spcPct val="150000"/>
                        </a:lnSpc>
                      </a:pPr>
                      <a:r>
                        <a:rPr kumimoji="1" lang="en-US" altLang="ja-JP" sz="1050" dirty="0"/>
                        <a:t>4,500</a:t>
                      </a:r>
                      <a:r>
                        <a:rPr kumimoji="1" lang="ja-JP" altLang="en-US" sz="1050" dirty="0"/>
                        <a:t>円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886786758"/>
                  </a:ext>
                </a:extLst>
              </a:tr>
              <a:tr h="291365"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1" lang="ja-JP" altLang="en-US" sz="1050" dirty="0"/>
                        <a:t>ﾏﾆｷｭｱｶｯﾄ</a:t>
                      </a:r>
                      <a:r>
                        <a:rPr kumimoji="1" lang="en-US" altLang="ja-JP" sz="1050" dirty="0"/>
                        <a:t>(</a:t>
                      </a:r>
                      <a:r>
                        <a:rPr kumimoji="1" lang="ja-JP" altLang="en-US" sz="1050" dirty="0"/>
                        <a:t>ﾘﾀｯﾁ</a:t>
                      </a:r>
                      <a:r>
                        <a:rPr kumimoji="1" lang="en-US" altLang="ja-JP" sz="1050" dirty="0"/>
                        <a:t>)</a:t>
                      </a:r>
                      <a:endParaRPr kumimoji="1" lang="ja-JP" altLang="en-US" sz="105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r">
                        <a:lnSpc>
                          <a:spcPct val="150000"/>
                        </a:lnSpc>
                      </a:pPr>
                      <a:r>
                        <a:rPr kumimoji="1" lang="en-US" altLang="ja-JP" sz="1050" dirty="0"/>
                        <a:t>4,500</a:t>
                      </a:r>
                      <a:r>
                        <a:rPr kumimoji="1" lang="ja-JP" altLang="en-US" sz="1050" dirty="0"/>
                        <a:t>円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126951596"/>
                  </a:ext>
                </a:extLst>
              </a:tr>
              <a:tr h="276471">
                <a:tc>
                  <a:txBody>
                    <a:bodyPr/>
                    <a:lstStyle/>
                    <a:p>
                      <a:r>
                        <a:rPr kumimoji="1" lang="ja-JP" altLang="en-US" sz="1050" dirty="0"/>
                        <a:t>全体ｶﾗｰ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r">
                        <a:lnSpc>
                          <a:spcPct val="150000"/>
                        </a:lnSpc>
                      </a:pPr>
                      <a:r>
                        <a:rPr kumimoji="1" lang="en-US" altLang="ja-JP" sz="1050" dirty="0"/>
                        <a:t>4,000</a:t>
                      </a:r>
                      <a:r>
                        <a:rPr kumimoji="1" lang="ja-JP" altLang="en-US" sz="1050" dirty="0"/>
                        <a:t>円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439673512"/>
                  </a:ext>
                </a:extLst>
              </a:tr>
              <a:tr h="300673">
                <a:tc>
                  <a:txBody>
                    <a:bodyPr/>
                    <a:lstStyle/>
                    <a:p>
                      <a:r>
                        <a:rPr kumimoji="1" lang="ja-JP" altLang="en-US" sz="1050" dirty="0"/>
                        <a:t>全体ｶﾗｰｶｯﾄ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r">
                        <a:lnSpc>
                          <a:spcPct val="150000"/>
                        </a:lnSpc>
                      </a:pPr>
                      <a:r>
                        <a:rPr kumimoji="1" lang="en-US" altLang="ja-JP" sz="1050" dirty="0"/>
                        <a:t>5,000</a:t>
                      </a:r>
                      <a:r>
                        <a:rPr kumimoji="1" lang="ja-JP" altLang="en-US" sz="1050" dirty="0"/>
                        <a:t>円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221943780"/>
                  </a:ext>
                </a:extLst>
              </a:tr>
              <a:tr h="310914">
                <a:tc>
                  <a:txBody>
                    <a:bodyPr/>
                    <a:lstStyle/>
                    <a:p>
                      <a:r>
                        <a:rPr kumimoji="1" lang="ja-JP" altLang="en-US" sz="800" dirty="0"/>
                        <a:t>ﾊﾟｰﾏ（ｼｬﾝﾌﾟｰｶｯﾄﾌﾞﾛｰ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r">
                        <a:lnSpc>
                          <a:spcPct val="150000"/>
                        </a:lnSpc>
                      </a:pPr>
                      <a:r>
                        <a:rPr kumimoji="1" lang="en-US" altLang="ja-JP" sz="1050" dirty="0"/>
                        <a:t>5,000</a:t>
                      </a:r>
                      <a:r>
                        <a:rPr kumimoji="1" lang="ja-JP" altLang="en-US" sz="1050" dirty="0"/>
                        <a:t>円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855586845"/>
                  </a:ext>
                </a:extLst>
              </a:tr>
              <a:tr h="276471">
                <a:tc>
                  <a:txBody>
                    <a:bodyPr/>
                    <a:lstStyle/>
                    <a:p>
                      <a:r>
                        <a:rPr kumimoji="1" lang="ja-JP" altLang="en-US" sz="1050" dirty="0"/>
                        <a:t>トリートメント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r">
                        <a:lnSpc>
                          <a:spcPct val="150000"/>
                        </a:lnSpc>
                      </a:pPr>
                      <a:r>
                        <a:rPr kumimoji="1" lang="en-US" altLang="ja-JP" sz="1050" dirty="0"/>
                        <a:t>1,000</a:t>
                      </a:r>
                      <a:r>
                        <a:rPr kumimoji="1" lang="ja-JP" altLang="en-US" sz="1050" dirty="0"/>
                        <a:t>円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39114588"/>
                  </a:ext>
                </a:extLst>
              </a:tr>
              <a:tr h="276471">
                <a:tc>
                  <a:txBody>
                    <a:bodyPr/>
                    <a:lstStyle/>
                    <a:p>
                      <a:r>
                        <a:rPr kumimoji="1" lang="ja-JP" altLang="en-US" sz="1050" dirty="0"/>
                        <a:t>丸刈りｶｯﾄ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r">
                        <a:lnSpc>
                          <a:spcPct val="150000"/>
                        </a:lnSpc>
                      </a:pPr>
                      <a:r>
                        <a:rPr kumimoji="1" lang="en-US" altLang="ja-JP" sz="1050" dirty="0"/>
                        <a:t>500</a:t>
                      </a:r>
                      <a:r>
                        <a:rPr kumimoji="1" lang="ja-JP" altLang="en-US" sz="1050" dirty="0"/>
                        <a:t>円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924565985"/>
                  </a:ext>
                </a:extLst>
              </a:tr>
            </a:tbl>
          </a:graphicData>
        </a:graphic>
      </p:graphicFrame>
      <p:sp>
        <p:nvSpPr>
          <p:cNvPr id="28" name="テキスト ボックス 1">
            <a:extLst>
              <a:ext uri="{FF2B5EF4-FFF2-40B4-BE49-F238E27FC236}">
                <a16:creationId xmlns:a16="http://schemas.microsoft.com/office/drawing/2014/main" id="{EF054CDC-C91A-F3FF-DD01-165CD9A4E7F0}"/>
              </a:ext>
            </a:extLst>
          </p:cNvPr>
          <p:cNvSpPr txBox="1"/>
          <p:nvPr/>
        </p:nvSpPr>
        <p:spPr>
          <a:xfrm>
            <a:off x="1252860" y="1265273"/>
            <a:ext cx="2264194" cy="520069"/>
          </a:xfrm>
          <a:prstGeom prst="rect">
            <a:avLst/>
          </a:prstGeom>
          <a:solidFill>
            <a:srgbClr val="292929"/>
          </a:solidFill>
          <a:ln w="6350">
            <a:solidFill>
              <a:srgbClr val="292929"/>
            </a:solidFill>
          </a:ln>
        </p:spPr>
        <p:txBody>
          <a:bodyPr rot="0" spcFirstLastPara="0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noAutofit/>
          </a:bodyPr>
          <a:lstStyle/>
          <a:p>
            <a:pPr>
              <a:lnSpc>
                <a:spcPct val="80000"/>
              </a:lnSpc>
              <a:spcAft>
                <a:spcPts val="800"/>
              </a:spcAft>
            </a:pPr>
            <a:r>
              <a:rPr lang="ja-JP" sz="2400" b="1" dirty="0">
                <a:solidFill>
                  <a:srgbClr val="FFFFFF"/>
                </a:solidFill>
                <a:effectLst/>
                <a:latin typeface="Berlin Sans FB Demi" panose="020E0802020502020306" pitchFamily="34" charset="0"/>
                <a:ea typeface="Meiryo UI" panose="020B0604030504040204" pitchFamily="50" charset="-128"/>
                <a:cs typeface="Arial" panose="020B0604020202020204" pitchFamily="34" charset="0"/>
              </a:rPr>
              <a:t>美容ルーム</a:t>
            </a:r>
            <a:r>
              <a:rPr lang="en-US" sz="2400" b="1" dirty="0" err="1">
                <a:solidFill>
                  <a:srgbClr val="FFFFFF"/>
                </a:solidFill>
                <a:effectLst/>
                <a:latin typeface="Berlin Sans FB Demi" panose="020E0802020502020306" pitchFamily="34" charset="0"/>
                <a:ea typeface="Meiryo UI" panose="020B0604030504040204" pitchFamily="50" charset="-128"/>
                <a:cs typeface="Arial" panose="020B0604020202020204" pitchFamily="34" charset="0"/>
              </a:rPr>
              <a:t>Fuhs</a:t>
            </a:r>
            <a:endParaRPr lang="ja-JP" sz="2400" b="1" dirty="0">
              <a:solidFill>
                <a:srgbClr val="FFFFFF"/>
              </a:solidFill>
              <a:effectLst/>
              <a:latin typeface="Meiryo UI" panose="020B0604030504040204" pitchFamily="50" charset="-128"/>
              <a:ea typeface="Meiryo UI" panose="020B0604030504040204" pitchFamily="50" charset="-128"/>
              <a:cs typeface="Arial" panose="020B0604020202020204" pitchFamily="34" charset="0"/>
            </a:endParaRPr>
          </a:p>
        </p:txBody>
      </p:sp>
      <p:sp>
        <p:nvSpPr>
          <p:cNvPr id="30" name="長方形 53">
            <a:extLst>
              <a:ext uri="{FF2B5EF4-FFF2-40B4-BE49-F238E27FC236}">
                <a16:creationId xmlns:a16="http://schemas.microsoft.com/office/drawing/2014/main" id="{20EB85AC-B30E-894A-48D9-DF650904AB34}"/>
              </a:ext>
            </a:extLst>
          </p:cNvPr>
          <p:cNvSpPr/>
          <p:nvPr/>
        </p:nvSpPr>
        <p:spPr>
          <a:xfrm>
            <a:off x="8152160" y="-13192"/>
            <a:ext cx="4055645" cy="6875690"/>
          </a:xfrm>
          <a:prstGeom prst="rect">
            <a:avLst/>
          </a:prstGeom>
          <a:solidFill>
            <a:schemeClr val="tx1">
              <a:lumMod val="85000"/>
              <a:lumOff val="1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>
              <a:lnSpc>
                <a:spcPct val="80000"/>
              </a:lnSpc>
              <a:spcAft>
                <a:spcPts val="800"/>
              </a:spcAft>
            </a:pPr>
            <a:r>
              <a:rPr lang="ja-JP" sz="900" b="1">
                <a:solidFill>
                  <a:srgbClr val="FFFFFF"/>
                </a:solidFill>
                <a:effectLst/>
                <a:latin typeface="Meiryo UI" panose="020B0604030504040204" pitchFamily="50" charset="-128"/>
                <a:ea typeface="Meiryo UI" panose="020B0604030504040204" pitchFamily="50" charset="-128"/>
                <a:cs typeface="Arial" panose="020B0604020202020204" pitchFamily="34" charset="0"/>
              </a:rPr>
              <a:t> </a:t>
            </a:r>
          </a:p>
        </p:txBody>
      </p:sp>
      <p:graphicFrame>
        <p:nvGraphicFramePr>
          <p:cNvPr id="31" name="表 30">
            <a:extLst>
              <a:ext uri="{FF2B5EF4-FFF2-40B4-BE49-F238E27FC236}">
                <a16:creationId xmlns:a16="http://schemas.microsoft.com/office/drawing/2014/main" id="{13000AF6-BAA7-8792-A22E-4D14E378912C}"/>
              </a:ext>
            </a:extLst>
          </p:cNvPr>
          <p:cNvGraphicFramePr>
            <a:graphicFrameLocks noGrp="1"/>
          </p:cNvGraphicFramePr>
          <p:nvPr/>
        </p:nvGraphicFramePr>
        <p:xfrm>
          <a:off x="8253258" y="1735553"/>
          <a:ext cx="2880268" cy="4373629"/>
        </p:xfrm>
        <a:graphic>
          <a:graphicData uri="http://schemas.openxmlformats.org/drawingml/2006/table">
            <a:tbl>
              <a:tblPr firstRow="1" bandRow="1">
                <a:tableStyleId>{073A0DAA-6AF3-43AB-8588-CEC1D06C72B9}</a:tableStyleId>
              </a:tblPr>
              <a:tblGrid>
                <a:gridCol w="806980">
                  <a:extLst>
                    <a:ext uri="{9D8B030D-6E8A-4147-A177-3AD203B41FA5}">
                      <a16:colId xmlns:a16="http://schemas.microsoft.com/office/drawing/2014/main" val="3654700360"/>
                    </a:ext>
                  </a:extLst>
                </a:gridCol>
                <a:gridCol w="636814">
                  <a:extLst>
                    <a:ext uri="{9D8B030D-6E8A-4147-A177-3AD203B41FA5}">
                      <a16:colId xmlns:a16="http://schemas.microsoft.com/office/drawing/2014/main" val="1767996254"/>
                    </a:ext>
                  </a:extLst>
                </a:gridCol>
                <a:gridCol w="837378">
                  <a:extLst>
                    <a:ext uri="{9D8B030D-6E8A-4147-A177-3AD203B41FA5}">
                      <a16:colId xmlns:a16="http://schemas.microsoft.com/office/drawing/2014/main" val="2143012412"/>
                    </a:ext>
                  </a:extLst>
                </a:gridCol>
                <a:gridCol w="599096">
                  <a:extLst>
                    <a:ext uri="{9D8B030D-6E8A-4147-A177-3AD203B41FA5}">
                      <a16:colId xmlns:a16="http://schemas.microsoft.com/office/drawing/2014/main" val="205792386"/>
                    </a:ext>
                  </a:extLst>
                </a:gridCol>
              </a:tblGrid>
              <a:tr h="407015">
                <a:tc>
                  <a:txBody>
                    <a:bodyPr/>
                    <a:lstStyle/>
                    <a:p>
                      <a:pPr algn="dist">
                        <a:lnSpc>
                          <a:spcPct val="150000"/>
                        </a:lnSpc>
                      </a:pPr>
                      <a:r>
                        <a:rPr kumimoji="1" lang="ja-JP" altLang="en-US" sz="1000" baseline="0" dirty="0"/>
                        <a:t>メニュー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50000"/>
                        </a:lnSpc>
                      </a:pPr>
                      <a:r>
                        <a:rPr kumimoji="1" lang="ja-JP" altLang="en-US" sz="1000" baseline="0" dirty="0"/>
                        <a:t>お値段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1" lang="ja-JP" altLang="en-US" sz="1050" baseline="0" dirty="0"/>
                        <a:t>メニュー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1" lang="ja-JP" altLang="en-US" sz="1000" baseline="0" dirty="0"/>
                        <a:t>お値段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989583707"/>
                  </a:ext>
                </a:extLst>
              </a:tr>
              <a:tr h="407015">
                <a:tc>
                  <a:txBody>
                    <a:bodyPr/>
                    <a:lstStyle/>
                    <a:p>
                      <a:pPr algn="l">
                        <a:lnSpc>
                          <a:spcPct val="100000"/>
                        </a:lnSpc>
                      </a:pPr>
                      <a:r>
                        <a:rPr kumimoji="1" lang="ja-JP" altLang="en-US" sz="800" baseline="0" dirty="0"/>
                        <a:t>ﾐｰﾄｿｰｽﾊﾟｽﾀ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r">
                        <a:lnSpc>
                          <a:spcPct val="100000"/>
                        </a:lnSpc>
                      </a:pPr>
                      <a:r>
                        <a:rPr kumimoji="1" lang="en-US" altLang="ja-JP" sz="1200" baseline="0" dirty="0"/>
                        <a:t>500</a:t>
                      </a:r>
                      <a:r>
                        <a:rPr kumimoji="1" lang="ja-JP" altLang="en-US" sz="1200" baseline="0" dirty="0"/>
                        <a:t>円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</a:pPr>
                      <a:r>
                        <a:rPr kumimoji="1" lang="en-US" altLang="ja-JP" sz="1000" baseline="0" dirty="0" err="1"/>
                        <a:t>Fuhs</a:t>
                      </a:r>
                      <a:r>
                        <a:rPr kumimoji="1" lang="ja-JP" altLang="en-US" sz="1000" baseline="0" dirty="0"/>
                        <a:t>ｹｰｷ  </a:t>
                      </a:r>
                      <a:endParaRPr kumimoji="1" lang="en-US" altLang="ja-JP" sz="1000" baseline="0" dirty="0"/>
                    </a:p>
                    <a:p>
                      <a:pPr algn="ctr">
                        <a:lnSpc>
                          <a:spcPct val="100000"/>
                        </a:lnSpc>
                      </a:pPr>
                      <a:r>
                        <a:rPr kumimoji="1" lang="en-US" altLang="ja-JP" sz="1000" baseline="0" dirty="0"/>
                        <a:t>3</a:t>
                      </a:r>
                      <a:r>
                        <a:rPr kumimoji="1" lang="ja-JP" altLang="en-US" sz="1000" baseline="0" dirty="0"/>
                        <a:t>個入り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r">
                        <a:lnSpc>
                          <a:spcPct val="100000"/>
                        </a:lnSpc>
                      </a:pPr>
                      <a:r>
                        <a:rPr kumimoji="1" lang="en-US" altLang="ja-JP" sz="1200" baseline="0" dirty="0"/>
                        <a:t>300</a:t>
                      </a:r>
                      <a:r>
                        <a:rPr kumimoji="1" lang="ja-JP" altLang="en-US" sz="1200" baseline="0" dirty="0"/>
                        <a:t>円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478482749"/>
                  </a:ext>
                </a:extLst>
              </a:tr>
              <a:tr h="376288">
                <a:tc>
                  <a:txBody>
                    <a:bodyPr/>
                    <a:lstStyle/>
                    <a:p>
                      <a:pPr algn="l">
                        <a:lnSpc>
                          <a:spcPct val="100000"/>
                        </a:lnSpc>
                      </a:pPr>
                      <a:r>
                        <a:rPr kumimoji="1" lang="ja-JP" altLang="en-US" sz="1000" baseline="0" dirty="0"/>
                        <a:t>ﾐｰﾄｿｰｽのみ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r">
                        <a:lnSpc>
                          <a:spcPct val="100000"/>
                        </a:lnSpc>
                      </a:pPr>
                      <a:r>
                        <a:rPr kumimoji="1" lang="en-US" altLang="ja-JP" sz="1200" baseline="0" dirty="0"/>
                        <a:t>300</a:t>
                      </a:r>
                      <a:r>
                        <a:rPr kumimoji="1" lang="ja-JP" altLang="en-US" sz="1200" baseline="0" dirty="0"/>
                        <a:t>円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</a:pPr>
                      <a:r>
                        <a:rPr kumimoji="1" lang="ja-JP" altLang="en-US" sz="1000" baseline="0" dirty="0"/>
                        <a:t>にい        ナチョス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lvl="0" indent="0" algn="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1" lang="en-US" altLang="ja-JP" sz="1200" baseline="0" dirty="0"/>
                        <a:t>400</a:t>
                      </a:r>
                      <a:r>
                        <a:rPr kumimoji="1" lang="ja-JP" altLang="en-US" sz="1200" baseline="0" dirty="0"/>
                        <a:t>円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636888337"/>
                  </a:ext>
                </a:extLst>
              </a:tr>
              <a:tr h="376288">
                <a:tc>
                  <a:txBody>
                    <a:bodyPr/>
                    <a:lstStyle/>
                    <a:p>
                      <a:pPr algn="l">
                        <a:lnSpc>
                          <a:spcPct val="100000"/>
                        </a:lnSpc>
                      </a:pPr>
                      <a:r>
                        <a:rPr kumimoji="1" lang="en-US" altLang="ja-JP" sz="800" baseline="0" dirty="0" err="1"/>
                        <a:t>Fuhs</a:t>
                      </a:r>
                      <a:r>
                        <a:rPr kumimoji="1" lang="ja-JP" altLang="en-US" sz="800" baseline="0" dirty="0"/>
                        <a:t>ビッグサンド</a:t>
                      </a:r>
                      <a:endParaRPr kumimoji="1" lang="en-US" altLang="ja-JP" sz="800" baseline="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r">
                        <a:lnSpc>
                          <a:spcPct val="100000"/>
                        </a:lnSpc>
                      </a:pPr>
                      <a:r>
                        <a:rPr kumimoji="1" lang="en-US" altLang="ja-JP" sz="1200" baseline="0" dirty="0"/>
                        <a:t>480</a:t>
                      </a:r>
                      <a:r>
                        <a:rPr kumimoji="1" lang="ja-JP" altLang="en-US" sz="1200" baseline="0" dirty="0"/>
                        <a:t>円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</a:pPr>
                      <a:r>
                        <a:rPr kumimoji="1" lang="en-US" altLang="ja-JP" sz="800" baseline="0" dirty="0" err="1"/>
                        <a:t>Fuhs</a:t>
                      </a:r>
                      <a:r>
                        <a:rPr kumimoji="1" lang="ja-JP" altLang="en-US" sz="800" baseline="0" dirty="0"/>
                        <a:t>サンド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r">
                        <a:lnSpc>
                          <a:spcPct val="100000"/>
                        </a:lnSpc>
                      </a:pPr>
                      <a:r>
                        <a:rPr kumimoji="1" lang="en-US" altLang="ja-JP" sz="1200" baseline="0" dirty="0"/>
                        <a:t>350</a:t>
                      </a:r>
                      <a:r>
                        <a:rPr kumimoji="1" lang="ja-JP" altLang="en-US" sz="1200" baseline="0" dirty="0"/>
                        <a:t>円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396471299"/>
                  </a:ext>
                </a:extLst>
              </a:tr>
              <a:tr h="376288">
                <a:tc>
                  <a:txBody>
                    <a:bodyPr/>
                    <a:lstStyle/>
                    <a:p>
                      <a:pPr algn="l">
                        <a:lnSpc>
                          <a:spcPct val="100000"/>
                        </a:lnSpc>
                      </a:pPr>
                      <a:r>
                        <a:rPr kumimoji="1" lang="ja-JP" altLang="en-US" sz="800" baseline="0" dirty="0"/>
                        <a:t>フルーツサンド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r">
                        <a:lnSpc>
                          <a:spcPct val="100000"/>
                        </a:lnSpc>
                      </a:pPr>
                      <a:r>
                        <a:rPr kumimoji="1" lang="en-US" altLang="ja-JP" sz="1200" baseline="0" dirty="0"/>
                        <a:t>250</a:t>
                      </a:r>
                      <a:r>
                        <a:rPr kumimoji="1" lang="ja-JP" altLang="en-US" sz="1200" baseline="0" dirty="0"/>
                        <a:t>円</a:t>
                      </a:r>
                      <a:endParaRPr kumimoji="1" lang="en-US" altLang="ja-JP" sz="1200" baseline="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</a:pPr>
                      <a:r>
                        <a:rPr kumimoji="1" lang="ja-JP" altLang="en-US" sz="1000" baseline="0" dirty="0"/>
                        <a:t>ﾐﾆﾐｰﾄﾊﾟｲ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r">
                        <a:lnSpc>
                          <a:spcPct val="100000"/>
                        </a:lnSpc>
                      </a:pPr>
                      <a:r>
                        <a:rPr kumimoji="1" lang="en-US" altLang="ja-JP" sz="1200" baseline="0" dirty="0"/>
                        <a:t>180</a:t>
                      </a:r>
                      <a:r>
                        <a:rPr kumimoji="1" lang="ja-JP" altLang="en-US" sz="1200" baseline="0" dirty="0"/>
                        <a:t>円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293707901"/>
                  </a:ext>
                </a:extLst>
              </a:tr>
              <a:tr h="313089">
                <a:tc>
                  <a:txBody>
                    <a:bodyPr/>
                    <a:lstStyle/>
                    <a:p>
                      <a:pPr algn="l">
                        <a:lnSpc>
                          <a:spcPct val="100000"/>
                        </a:lnSpc>
                      </a:pPr>
                      <a:r>
                        <a:rPr kumimoji="1" lang="ja-JP" altLang="en-US" sz="1000" baseline="0" dirty="0"/>
                        <a:t>ﾁｰｽｹｰｷ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r">
                        <a:lnSpc>
                          <a:spcPct val="100000"/>
                        </a:lnSpc>
                      </a:pPr>
                      <a:r>
                        <a:rPr kumimoji="1" lang="en-US" altLang="ja-JP" sz="1200" baseline="0" dirty="0"/>
                        <a:t>280</a:t>
                      </a:r>
                      <a:r>
                        <a:rPr kumimoji="1" lang="ja-JP" altLang="en-US" sz="1200" baseline="0" dirty="0"/>
                        <a:t>円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1" lang="ja-JP" altLang="en-US" sz="1000" baseline="0" dirty="0"/>
                        <a:t>ｺｰﾋｰｾﾞﾘｰ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lvl="0" indent="0" algn="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1" lang="en-US" altLang="ja-JP" sz="1200" baseline="0" dirty="0"/>
                        <a:t>250</a:t>
                      </a:r>
                      <a:r>
                        <a:rPr kumimoji="1" lang="ja-JP" altLang="en-US" sz="1200" baseline="0" dirty="0"/>
                        <a:t>円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4012262251"/>
                  </a:ext>
                </a:extLst>
              </a:tr>
              <a:tr h="407015"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1" lang="ja-JP" altLang="en-US" sz="800" baseline="0" dirty="0"/>
                        <a:t>ふっきー</a:t>
                      </a:r>
                      <a:r>
                        <a:rPr kumimoji="1" lang="en-US" altLang="ja-JP" sz="800" baseline="0" dirty="0"/>
                        <a:t>10</a:t>
                      </a:r>
                      <a:r>
                        <a:rPr kumimoji="1" lang="ja-JP" altLang="en-US" sz="800" baseline="0" dirty="0"/>
                        <a:t>枚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lvl="0" indent="0" algn="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1" lang="en-US" altLang="ja-JP" sz="1200" baseline="0" dirty="0"/>
                        <a:t>300</a:t>
                      </a:r>
                      <a:r>
                        <a:rPr kumimoji="1" lang="ja-JP" altLang="en-US" sz="1200" baseline="0" dirty="0"/>
                        <a:t>円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1" lang="ja-JP" altLang="en-US" sz="800" baseline="0" dirty="0"/>
                        <a:t>パウンドケーキ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lvl="0" indent="0" algn="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1" lang="en-US" altLang="ja-JP" sz="1200" baseline="0" dirty="0"/>
                        <a:t>300</a:t>
                      </a:r>
                      <a:r>
                        <a:rPr kumimoji="1" lang="ja-JP" altLang="en-US" sz="1200" baseline="0" dirty="0"/>
                        <a:t>円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831793093"/>
                  </a:ext>
                </a:extLst>
              </a:tr>
              <a:tr h="313089">
                <a:tc>
                  <a:txBody>
                    <a:bodyPr/>
                    <a:lstStyle/>
                    <a:p>
                      <a:pPr algn="l">
                        <a:lnSpc>
                          <a:spcPct val="100000"/>
                        </a:lnSpc>
                      </a:pPr>
                      <a:r>
                        <a:rPr kumimoji="1" lang="ja-JP" altLang="en-US" sz="700" baseline="0" dirty="0"/>
                        <a:t>チョコスティックパイ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r">
                        <a:lnSpc>
                          <a:spcPct val="100000"/>
                        </a:lnSpc>
                      </a:pPr>
                      <a:r>
                        <a:rPr kumimoji="1" lang="en-US" altLang="ja-JP" sz="1200" baseline="0" dirty="0"/>
                        <a:t>180</a:t>
                      </a:r>
                      <a:r>
                        <a:rPr kumimoji="1" lang="ja-JP" altLang="en-US" sz="1200" baseline="0" dirty="0"/>
                        <a:t>円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1" lang="ja-JP" altLang="en-US" sz="700" baseline="0" dirty="0"/>
                        <a:t>アイスクリーム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lvl="0" indent="0" algn="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1" lang="en-US" altLang="ja-JP" sz="1050" baseline="0" dirty="0"/>
                        <a:t>150</a:t>
                      </a:r>
                      <a:r>
                        <a:rPr kumimoji="1" lang="ja-JP" altLang="en-US" sz="1050" baseline="0" dirty="0"/>
                        <a:t>円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286381126"/>
                  </a:ext>
                </a:extLst>
              </a:tr>
              <a:tr h="407015"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1" lang="ja-JP" altLang="en-US" sz="700" baseline="0" dirty="0"/>
                        <a:t>ホットコーヒー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lvl="0" indent="0" algn="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1" lang="en-US" altLang="ja-JP" sz="1200" baseline="0" dirty="0"/>
                        <a:t>200</a:t>
                      </a:r>
                      <a:r>
                        <a:rPr kumimoji="1" lang="ja-JP" altLang="en-US" sz="1200" baseline="0" dirty="0"/>
                        <a:t>円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1" lang="ja-JP" altLang="en-US" sz="700" baseline="0" dirty="0"/>
                        <a:t>アイスコーヒー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lvl="0" indent="0" algn="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1" lang="en-US" altLang="ja-JP" sz="1200" baseline="0" dirty="0"/>
                        <a:t>300</a:t>
                      </a:r>
                      <a:r>
                        <a:rPr kumimoji="1" lang="ja-JP" altLang="en-US" sz="1200" baseline="0" dirty="0"/>
                        <a:t>円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2192174911"/>
                  </a:ext>
                </a:extLst>
              </a:tr>
              <a:tr h="563560">
                <a:tc>
                  <a:txBody>
                    <a:bodyPr/>
                    <a:lstStyle/>
                    <a:p>
                      <a:pPr algn="l">
                        <a:lnSpc>
                          <a:spcPct val="100000"/>
                        </a:lnSpc>
                      </a:pPr>
                      <a:r>
                        <a:rPr kumimoji="1" lang="ja-JP" altLang="en-US" sz="800" baseline="0" dirty="0"/>
                        <a:t>はちみつ紅茶</a:t>
                      </a:r>
                      <a:endParaRPr kumimoji="1" lang="en-US" altLang="ja-JP" sz="800" baseline="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r">
                        <a:lnSpc>
                          <a:spcPct val="100000"/>
                        </a:lnSpc>
                      </a:pPr>
                      <a:r>
                        <a:rPr kumimoji="1" lang="en-US" altLang="ja-JP" sz="1200" baseline="0" dirty="0"/>
                        <a:t>300</a:t>
                      </a:r>
                      <a:r>
                        <a:rPr kumimoji="1" lang="ja-JP" altLang="en-US" sz="1200" baseline="0" dirty="0"/>
                        <a:t>円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1" lang="ja-JP" altLang="en-US" sz="700" baseline="0" dirty="0"/>
                        <a:t>アイスはちみつ紅茶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lvl="0" indent="0" algn="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1" lang="en-US" altLang="ja-JP" sz="1200" baseline="0" dirty="0"/>
                        <a:t>400</a:t>
                      </a:r>
                      <a:r>
                        <a:rPr kumimoji="1" lang="ja-JP" altLang="en-US" sz="1200" baseline="0" dirty="0"/>
                        <a:t>円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2886786758"/>
                  </a:ext>
                </a:extLst>
              </a:tr>
              <a:tr h="407015">
                <a:tc>
                  <a:txBody>
                    <a:bodyPr/>
                    <a:lstStyle/>
                    <a:p>
                      <a:pPr algn="l">
                        <a:lnSpc>
                          <a:spcPct val="100000"/>
                        </a:lnSpc>
                      </a:pPr>
                      <a:r>
                        <a:rPr kumimoji="1" lang="ja-JP" altLang="en-US" sz="700" baseline="0" dirty="0"/>
                        <a:t>ルイボスティー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r">
                        <a:lnSpc>
                          <a:spcPct val="100000"/>
                        </a:lnSpc>
                      </a:pPr>
                      <a:r>
                        <a:rPr kumimoji="1" lang="en-US" altLang="ja-JP" sz="1200" baseline="0" dirty="0"/>
                        <a:t>300</a:t>
                      </a:r>
                      <a:r>
                        <a:rPr kumimoji="1" lang="ja-JP" altLang="en-US" sz="1200" baseline="0" dirty="0"/>
                        <a:t>円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1" lang="ja-JP" altLang="en-US" sz="1000" baseline="0" dirty="0"/>
                        <a:t>ジュース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lvl="0" indent="0" algn="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1" lang="en-US" altLang="ja-JP" sz="1200" baseline="0" dirty="0"/>
                        <a:t>150</a:t>
                      </a:r>
                      <a:r>
                        <a:rPr kumimoji="1" lang="ja-JP" altLang="en-US" sz="1200" baseline="0" dirty="0"/>
                        <a:t>円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2126951596"/>
                  </a:ext>
                </a:extLst>
              </a:tr>
            </a:tbl>
          </a:graphicData>
        </a:graphic>
      </p:graphicFrame>
      <p:sp>
        <p:nvSpPr>
          <p:cNvPr id="2050" name="テキスト ボックス 1">
            <a:extLst>
              <a:ext uri="{FF2B5EF4-FFF2-40B4-BE49-F238E27FC236}">
                <a16:creationId xmlns:a16="http://schemas.microsoft.com/office/drawing/2014/main" id="{5702C9E6-E538-D21C-FB4D-1958D7B27AB2}"/>
              </a:ext>
            </a:extLst>
          </p:cNvPr>
          <p:cNvSpPr txBox="1"/>
          <p:nvPr/>
        </p:nvSpPr>
        <p:spPr>
          <a:xfrm>
            <a:off x="8777141" y="1214246"/>
            <a:ext cx="1906437" cy="406631"/>
          </a:xfrm>
          <a:prstGeom prst="rect">
            <a:avLst/>
          </a:prstGeom>
          <a:solidFill>
            <a:srgbClr val="292929"/>
          </a:solidFill>
          <a:ln w="6350">
            <a:solidFill>
              <a:srgbClr val="292929"/>
            </a:solidFill>
          </a:ln>
        </p:spPr>
        <p:txBody>
          <a:bodyPr rot="0" spcFirstLastPara="0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noAutofit/>
          </a:bodyPr>
          <a:lstStyle/>
          <a:p>
            <a:pPr>
              <a:lnSpc>
                <a:spcPct val="80000"/>
              </a:lnSpc>
              <a:spcAft>
                <a:spcPts val="800"/>
              </a:spcAft>
            </a:pPr>
            <a:r>
              <a:rPr lang="en-US" sz="2800" b="1" dirty="0" err="1">
                <a:solidFill>
                  <a:srgbClr val="FFFFFF"/>
                </a:solidFill>
                <a:effectLst/>
                <a:latin typeface="Berlin Sans FB Demi" panose="020E0802020502020306" pitchFamily="34" charset="0"/>
                <a:ea typeface="Meiryo UI" panose="020B0604030504040204" pitchFamily="50" charset="-128"/>
                <a:cs typeface="Arial" panose="020B0604020202020204" pitchFamily="34" charset="0"/>
              </a:rPr>
              <a:t>Fuhs</a:t>
            </a:r>
            <a:r>
              <a:rPr lang="en-US" sz="2800" b="1" dirty="0">
                <a:solidFill>
                  <a:srgbClr val="FFFFFF"/>
                </a:solidFill>
                <a:effectLst/>
                <a:latin typeface="Berlin Sans FB Demi" panose="020E0802020502020306" pitchFamily="34" charset="0"/>
                <a:ea typeface="Meiryo UI" panose="020B0604030504040204" pitchFamily="50" charset="-128"/>
                <a:cs typeface="Arial" panose="020B0604020202020204" pitchFamily="34" charset="0"/>
              </a:rPr>
              <a:t> </a:t>
            </a:r>
            <a:r>
              <a:rPr lang="en-US" altLang="ja-JP" sz="2800" b="1" dirty="0">
                <a:solidFill>
                  <a:srgbClr val="FFFFFF"/>
                </a:solidFill>
                <a:latin typeface="Berlin Sans FB Demi" panose="020E0802020502020306" pitchFamily="34" charset="0"/>
                <a:ea typeface="Meiryo UI" panose="020B0604030504040204" pitchFamily="50" charset="-128"/>
                <a:cs typeface="Arial" panose="020B0604020202020204" pitchFamily="34" charset="0"/>
              </a:rPr>
              <a:t>Café</a:t>
            </a:r>
            <a:endParaRPr lang="ja-JP" sz="2400" b="1" dirty="0">
              <a:solidFill>
                <a:srgbClr val="FFFFFF"/>
              </a:solidFill>
              <a:effectLst/>
              <a:latin typeface="Meiryo UI" panose="020B0604030504040204" pitchFamily="50" charset="-128"/>
              <a:ea typeface="Meiryo UI" panose="020B0604030504040204" pitchFamily="50" charset="-128"/>
              <a:cs typeface="Arial" panose="020B0604020202020204" pitchFamily="34" charset="0"/>
            </a:endParaRPr>
          </a:p>
        </p:txBody>
      </p:sp>
      <p:grpSp>
        <p:nvGrpSpPr>
          <p:cNvPr id="2051" name="グループ 16">
            <a:extLst>
              <a:ext uri="{FF2B5EF4-FFF2-40B4-BE49-F238E27FC236}">
                <a16:creationId xmlns:a16="http://schemas.microsoft.com/office/drawing/2014/main" id="{ADDD473D-6234-B410-EC47-1A8C452E145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/>
          <p:nvPr/>
        </p:nvGrpSpPr>
        <p:grpSpPr>
          <a:xfrm>
            <a:off x="3892065" y="0"/>
            <a:ext cx="7341622" cy="6858001"/>
            <a:chOff x="3200400" y="0"/>
            <a:chExt cx="5723896" cy="7177303"/>
          </a:xfrm>
        </p:grpSpPr>
        <p:sp>
          <p:nvSpPr>
            <p:cNvPr id="2052" name="長方形 30">
              <a:extLst>
                <a:ext uri="{FF2B5EF4-FFF2-40B4-BE49-F238E27FC236}">
                  <a16:creationId xmlns:a16="http://schemas.microsoft.com/office/drawing/2014/main" id="{DBE2AAF2-44AE-E5E9-57FF-02CEEC114920}"/>
                </a:ext>
              </a:extLst>
            </p:cNvPr>
            <p:cNvSpPr/>
            <p:nvPr/>
          </p:nvSpPr>
          <p:spPr>
            <a:xfrm>
              <a:off x="3263719" y="1"/>
              <a:ext cx="3303477" cy="7177302"/>
            </a:xfrm>
            <a:prstGeom prst="rect">
              <a:avLst/>
            </a:prstGeom>
            <a:solidFill>
              <a:schemeClr val="tx1">
                <a:lumMod val="85000"/>
                <a:lumOff val="1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>
                <a:lnSpc>
                  <a:spcPct val="80000"/>
                </a:lnSpc>
                <a:spcAft>
                  <a:spcPts val="800"/>
                </a:spcAft>
                <a:tabLst>
                  <a:tab pos="2628900" algn="l"/>
                </a:tabLst>
              </a:pPr>
              <a:r>
                <a:rPr lang="ja-JP" sz="900" b="1">
                  <a:solidFill>
                    <a:srgbClr val="FFFFFF"/>
                  </a:solidFill>
                  <a:effectLst/>
                  <a:latin typeface="Meiryo UI" panose="020B0604030504040204" pitchFamily="50" charset="-128"/>
                  <a:ea typeface="Meiryo UI" panose="020B0604030504040204" pitchFamily="50" charset="-128"/>
                  <a:cs typeface="Arial" panose="020B0604020202020204" pitchFamily="34" charset="0"/>
                </a:rPr>
                <a:t> </a:t>
              </a:r>
            </a:p>
          </p:txBody>
        </p:sp>
        <p:sp>
          <p:nvSpPr>
            <p:cNvPr id="2054" name="長方形 237">
              <a:extLst>
                <a:ext uri="{FF2B5EF4-FFF2-40B4-BE49-F238E27FC236}">
                  <a16:creationId xmlns:a16="http://schemas.microsoft.com/office/drawing/2014/main" id="{6A4C245A-FE04-0CB3-EB96-12F0AEA76B79}"/>
                </a:ext>
              </a:extLst>
            </p:cNvPr>
            <p:cNvSpPr/>
            <p:nvPr/>
          </p:nvSpPr>
          <p:spPr>
            <a:xfrm>
              <a:off x="6528512" y="839383"/>
              <a:ext cx="2395784" cy="6162514"/>
            </a:xfrm>
            <a:prstGeom prst="rect">
              <a:avLst/>
            </a:prstGeom>
            <a:noFill/>
            <a:ln cmpd="thickThin">
              <a:solidFill>
                <a:schemeClr val="bg1"/>
              </a:solidFill>
              <a:prstDash val="sysDash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endParaRPr lang="ja-JP" altLang="en-US"/>
            </a:p>
          </p:txBody>
        </p:sp>
        <p:sp>
          <p:nvSpPr>
            <p:cNvPr id="2062" name="長方形 2" descr="チーズとフルーツの盛られた皿" title="皿 1">
              <a:extLst>
                <a:ext uri="{FF2B5EF4-FFF2-40B4-BE49-F238E27FC236}">
                  <a16:creationId xmlns:a16="http://schemas.microsoft.com/office/drawing/2014/main" id="{A9B293A1-077C-8FCE-7221-F0A933D1E8B9}"/>
                </a:ext>
              </a:extLst>
            </p:cNvPr>
            <p:cNvSpPr/>
            <p:nvPr/>
          </p:nvSpPr>
          <p:spPr>
            <a:xfrm>
              <a:off x="3206400" y="0"/>
              <a:ext cx="1596307" cy="1596325"/>
            </a:xfrm>
            <a:prstGeom prst="rect">
              <a:avLst/>
            </a:prstGeom>
            <a:blipFill>
              <a:blip r:embed="rId2"/>
              <a:srcRect/>
              <a:stretch>
                <a:fillRect t="-10683" b="-6835"/>
              </a:stretch>
            </a:blip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endParaRPr lang="ja-JP" altLang="en-US"/>
            </a:p>
          </p:txBody>
        </p:sp>
        <p:sp>
          <p:nvSpPr>
            <p:cNvPr id="2064" name="長方形 11" descr="スープ" title="皿 3">
              <a:extLst>
                <a:ext uri="{FF2B5EF4-FFF2-40B4-BE49-F238E27FC236}">
                  <a16:creationId xmlns:a16="http://schemas.microsoft.com/office/drawing/2014/main" id="{29955852-0FD2-3053-2D31-FEA2940ABFC8}"/>
                </a:ext>
              </a:extLst>
            </p:cNvPr>
            <p:cNvSpPr/>
            <p:nvPr/>
          </p:nvSpPr>
          <p:spPr>
            <a:xfrm>
              <a:off x="3200400" y="2413000"/>
              <a:ext cx="1596307" cy="1596325"/>
            </a:xfrm>
            <a:prstGeom prst="rect">
              <a:avLst/>
            </a:prstGeom>
            <a:blipFill>
              <a:blip r:embed="rId3"/>
              <a:stretch>
                <a:fillRect t="-2000" b="-25000"/>
              </a:stretch>
            </a:blip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endParaRPr lang="ja-JP" altLang="en-US"/>
            </a:p>
          </p:txBody>
        </p:sp>
        <p:sp>
          <p:nvSpPr>
            <p:cNvPr id="2065" name="長方形 12" descr="デザート" title="皿 4">
              <a:extLst>
                <a:ext uri="{FF2B5EF4-FFF2-40B4-BE49-F238E27FC236}">
                  <a16:creationId xmlns:a16="http://schemas.microsoft.com/office/drawing/2014/main" id="{D76B66DF-0728-D7B6-55C8-0F1CDD9E3A24}"/>
                </a:ext>
              </a:extLst>
            </p:cNvPr>
            <p:cNvSpPr/>
            <p:nvPr/>
          </p:nvSpPr>
          <p:spPr>
            <a:xfrm>
              <a:off x="4891237" y="2430779"/>
              <a:ext cx="1596307" cy="1596325"/>
            </a:xfrm>
            <a:prstGeom prst="rect">
              <a:avLst/>
            </a:prstGeom>
            <a:blipFill>
              <a:blip r:embed="rId4"/>
              <a:srcRect/>
              <a:stretch>
                <a:fillRect l="-27867" t="-14787" r="-29953" b="-7163"/>
              </a:stretch>
            </a:blip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endParaRPr lang="ja-JP" altLang="en-US"/>
            </a:p>
          </p:txBody>
        </p:sp>
        <p:sp>
          <p:nvSpPr>
            <p:cNvPr id="2067" name="長方形 29" descr="スムージー ボウル 2" title="皿 6">
              <a:extLst>
                <a:ext uri="{FF2B5EF4-FFF2-40B4-BE49-F238E27FC236}">
                  <a16:creationId xmlns:a16="http://schemas.microsoft.com/office/drawing/2014/main" id="{A2B4244D-7ABF-62B1-0B5B-5A2C20CFDCC5}"/>
                </a:ext>
              </a:extLst>
            </p:cNvPr>
            <p:cNvSpPr/>
            <p:nvPr/>
          </p:nvSpPr>
          <p:spPr>
            <a:xfrm>
              <a:off x="4891237" y="4804041"/>
              <a:ext cx="1596307" cy="1596325"/>
            </a:xfrm>
            <a:prstGeom prst="rect">
              <a:avLst/>
            </a:prstGeom>
            <a:blipFill dpi="0" rotWithShape="1">
              <a:blip r:embed="rId5"/>
              <a:srcRect/>
              <a:stretch>
                <a:fillRect t="-44434" b="1"/>
              </a:stretch>
            </a:blip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>
                <a:lnSpc>
                  <a:spcPct val="80000"/>
                </a:lnSpc>
                <a:spcAft>
                  <a:spcPts val="800"/>
                </a:spcAft>
              </a:pPr>
              <a:r>
                <a:rPr lang="en-US" sz="900" b="1">
                  <a:solidFill>
                    <a:srgbClr val="FFFFFF"/>
                  </a:solidFill>
                  <a:effectLst/>
                  <a:latin typeface="Meiryo UI" panose="020B0604030504040204" pitchFamily="50" charset="-128"/>
                  <a:ea typeface="Meiryo UI" panose="020B0604030504040204" pitchFamily="50" charset="-128"/>
                  <a:cs typeface="Arial" panose="020B0604020202020204" pitchFamily="34" charset="0"/>
                </a:rPr>
                <a:t> </a:t>
              </a:r>
              <a:endParaRPr lang="ja-JP" sz="900" b="1">
                <a:solidFill>
                  <a:srgbClr val="FFFFFF"/>
                </a:solidFill>
                <a:effectLst/>
                <a:latin typeface="Meiryo UI" panose="020B0604030504040204" pitchFamily="50" charset="-128"/>
                <a:ea typeface="Meiryo UI" panose="020B0604030504040204" pitchFamily="50" charset="-128"/>
                <a:cs typeface="Arial" panose="020B0604020202020204" pitchFamily="34" charset="0"/>
              </a:endParaRPr>
            </a:p>
          </p:txBody>
        </p:sp>
      </p:grpSp>
      <p:sp>
        <p:nvSpPr>
          <p:cNvPr id="2" name="テキスト ボックス 1">
            <a:extLst>
              <a:ext uri="{FF2B5EF4-FFF2-40B4-BE49-F238E27FC236}">
                <a16:creationId xmlns:a16="http://schemas.microsoft.com/office/drawing/2014/main" id="{8EBB0AC7-939F-B432-98ED-6842593EAF89}"/>
              </a:ext>
            </a:extLst>
          </p:cNvPr>
          <p:cNvSpPr txBox="1"/>
          <p:nvPr/>
        </p:nvSpPr>
        <p:spPr>
          <a:xfrm>
            <a:off x="936973" y="6290654"/>
            <a:ext cx="3388308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kumimoji="1" lang="en-US" altLang="ja-JP" sz="1400" dirty="0">
                <a:solidFill>
                  <a:schemeClr val="bg1"/>
                </a:solidFill>
              </a:rPr>
              <a:t>※</a:t>
            </a:r>
            <a:r>
              <a:rPr kumimoji="1" lang="ja-JP" altLang="en-US" sz="1400" dirty="0">
                <a:solidFill>
                  <a:schemeClr val="bg1"/>
                </a:solidFill>
              </a:rPr>
              <a:t>前髪ｶｯﾄ</a:t>
            </a:r>
            <a:r>
              <a:rPr kumimoji="1" lang="en-US" altLang="ja-JP" sz="1400" dirty="0">
                <a:solidFill>
                  <a:schemeClr val="bg1"/>
                </a:solidFill>
              </a:rPr>
              <a:t>500</a:t>
            </a:r>
            <a:r>
              <a:rPr kumimoji="1" lang="ja-JP" altLang="en-US" sz="1400" dirty="0">
                <a:solidFill>
                  <a:schemeClr val="bg1"/>
                </a:solidFill>
              </a:rPr>
              <a:t>円ﾛﾝｸﾞ</a:t>
            </a:r>
            <a:r>
              <a:rPr kumimoji="1" lang="en-US" altLang="ja-JP" sz="1400" dirty="0">
                <a:solidFill>
                  <a:schemeClr val="bg1"/>
                </a:solidFill>
              </a:rPr>
              <a:t>300</a:t>
            </a:r>
            <a:r>
              <a:rPr kumimoji="1" lang="ja-JP" altLang="en-US" sz="1400" dirty="0">
                <a:solidFill>
                  <a:schemeClr val="bg1"/>
                </a:solidFill>
              </a:rPr>
              <a:t>円超ﾛﾝｸﾞ</a:t>
            </a:r>
            <a:r>
              <a:rPr kumimoji="1" lang="en-US" altLang="ja-JP" sz="1400" dirty="0">
                <a:solidFill>
                  <a:schemeClr val="bg1"/>
                </a:solidFill>
              </a:rPr>
              <a:t>500</a:t>
            </a:r>
            <a:r>
              <a:rPr kumimoji="1" lang="ja-JP" altLang="en-US" sz="1400" dirty="0">
                <a:solidFill>
                  <a:schemeClr val="bg1"/>
                </a:solidFill>
              </a:rPr>
              <a:t>円</a:t>
            </a:r>
          </a:p>
        </p:txBody>
      </p:sp>
      <p:pic>
        <p:nvPicPr>
          <p:cNvPr id="6" name="図 5">
            <a:extLst>
              <a:ext uri="{FF2B5EF4-FFF2-40B4-BE49-F238E27FC236}">
                <a16:creationId xmlns:a16="http://schemas.microsoft.com/office/drawing/2014/main" id="{2A4E1E2C-89F6-CE91-AE5E-AED314ADD0B5}"/>
              </a:ext>
            </a:extLst>
          </p:cNvPr>
          <p:cNvPicPr>
            <a:picLocks noChangeAspect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893635" y="4031"/>
            <a:ext cx="2101413" cy="1794132"/>
          </a:xfrm>
          <a:prstGeom prst="rect">
            <a:avLst/>
          </a:prstGeom>
        </p:spPr>
      </p:pic>
      <p:pic>
        <p:nvPicPr>
          <p:cNvPr id="9" name="図 8">
            <a:extLst>
              <a:ext uri="{FF2B5EF4-FFF2-40B4-BE49-F238E27FC236}">
                <a16:creationId xmlns:a16="http://schemas.microsoft.com/office/drawing/2014/main" id="{F79761DD-4563-A211-0A6A-1E989AB3A8F8}"/>
              </a:ext>
            </a:extLst>
          </p:cNvPr>
          <p:cNvPicPr>
            <a:picLocks noChangeAspect="1"/>
          </p:cNvPicPr>
          <p:nvPr/>
        </p:nvPicPr>
        <p:blipFill>
          <a:blip r:embed="rId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036732" y="-12693"/>
            <a:ext cx="2066424" cy="1848549"/>
          </a:xfrm>
          <a:prstGeom prst="rect">
            <a:avLst/>
          </a:prstGeom>
        </p:spPr>
      </p:pic>
      <p:pic>
        <p:nvPicPr>
          <p:cNvPr id="12" name="図 11">
            <a:extLst>
              <a:ext uri="{FF2B5EF4-FFF2-40B4-BE49-F238E27FC236}">
                <a16:creationId xmlns:a16="http://schemas.microsoft.com/office/drawing/2014/main" id="{D8345395-CBDD-3297-BFD7-D4E463D8A374}"/>
              </a:ext>
            </a:extLst>
          </p:cNvPr>
          <p:cNvPicPr>
            <a:picLocks noChangeAspect="1"/>
          </p:cNvPicPr>
          <p:nvPr/>
        </p:nvPicPr>
        <p:blipFill>
          <a:blip r:embed="rId8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866298" y="2252883"/>
            <a:ext cx="2101413" cy="1848549"/>
          </a:xfrm>
          <a:prstGeom prst="rect">
            <a:avLst/>
          </a:prstGeom>
        </p:spPr>
      </p:pic>
      <p:pic>
        <p:nvPicPr>
          <p:cNvPr id="17" name="図 16">
            <a:extLst>
              <a:ext uri="{FF2B5EF4-FFF2-40B4-BE49-F238E27FC236}">
                <a16:creationId xmlns:a16="http://schemas.microsoft.com/office/drawing/2014/main" id="{FDE52456-69C3-DA94-8BA2-CF9308A1F058}"/>
              </a:ext>
            </a:extLst>
          </p:cNvPr>
          <p:cNvPicPr>
            <a:picLocks noChangeAspect="1"/>
          </p:cNvPicPr>
          <p:nvPr/>
        </p:nvPicPr>
        <p:blipFill>
          <a:blip r:embed="rId9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291482" y="2245000"/>
            <a:ext cx="1811674" cy="1848549"/>
          </a:xfrm>
          <a:prstGeom prst="rect">
            <a:avLst/>
          </a:prstGeom>
        </p:spPr>
      </p:pic>
      <p:pic>
        <p:nvPicPr>
          <p:cNvPr id="23" name="図 22">
            <a:extLst>
              <a:ext uri="{FF2B5EF4-FFF2-40B4-BE49-F238E27FC236}">
                <a16:creationId xmlns:a16="http://schemas.microsoft.com/office/drawing/2014/main" id="{4BEF9786-E291-89DF-DD22-A6EE15E02D7D}"/>
              </a:ext>
            </a:extLst>
          </p:cNvPr>
          <p:cNvPicPr>
            <a:picLocks noChangeAspect="1"/>
          </p:cNvPicPr>
          <p:nvPr/>
        </p:nvPicPr>
        <p:blipFill>
          <a:blip r:embed="rId10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960863" y="281671"/>
            <a:ext cx="937752" cy="840150"/>
          </a:xfrm>
          <a:prstGeom prst="rect">
            <a:avLst/>
          </a:prstGeom>
          <a:solidFill>
            <a:schemeClr val="bg1"/>
          </a:solidFill>
        </p:spPr>
      </p:pic>
      <p:sp>
        <p:nvSpPr>
          <p:cNvPr id="3" name="テキスト ボックス 2">
            <a:extLst>
              <a:ext uri="{FF2B5EF4-FFF2-40B4-BE49-F238E27FC236}">
                <a16:creationId xmlns:a16="http://schemas.microsoft.com/office/drawing/2014/main" id="{4036C680-AC1D-BA8F-84E7-96F69B57319C}"/>
              </a:ext>
            </a:extLst>
          </p:cNvPr>
          <p:cNvSpPr txBox="1"/>
          <p:nvPr/>
        </p:nvSpPr>
        <p:spPr>
          <a:xfrm>
            <a:off x="8410580" y="6245902"/>
            <a:ext cx="3664238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kumimoji="1" lang="en-US" altLang="ja-JP" sz="1400" dirty="0">
                <a:solidFill>
                  <a:schemeClr val="bg1"/>
                </a:solidFill>
              </a:rPr>
              <a:t>※</a:t>
            </a:r>
            <a:r>
              <a:rPr lang="ja-JP" altLang="en-US" sz="1400" dirty="0">
                <a:solidFill>
                  <a:schemeClr val="bg1"/>
                </a:solidFill>
              </a:rPr>
              <a:t>その他、ご注文も承ります</a:t>
            </a:r>
            <a:r>
              <a:rPr kumimoji="1" lang="ja-JP" altLang="en-US" sz="1400" dirty="0">
                <a:solidFill>
                  <a:schemeClr val="bg1"/>
                </a:solidFill>
              </a:rPr>
              <a:t>。</a:t>
            </a:r>
          </a:p>
        </p:txBody>
      </p:sp>
      <p:pic>
        <p:nvPicPr>
          <p:cNvPr id="2049" name="図 2048">
            <a:extLst>
              <a:ext uri="{FF2B5EF4-FFF2-40B4-BE49-F238E27FC236}">
                <a16:creationId xmlns:a16="http://schemas.microsoft.com/office/drawing/2014/main" id="{B714D923-F2E5-BF5B-4EA0-237A9F318C6E}"/>
              </a:ext>
            </a:extLst>
          </p:cNvPr>
          <p:cNvPicPr>
            <a:picLocks noChangeAspect="1"/>
          </p:cNvPicPr>
          <p:nvPr/>
        </p:nvPicPr>
        <p:blipFill>
          <a:blip r:embed="rId11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948389" y="4561445"/>
            <a:ext cx="2201626" cy="1621424"/>
          </a:xfrm>
          <a:prstGeom prst="rect">
            <a:avLst/>
          </a:prstGeom>
        </p:spPr>
      </p:pic>
      <p:pic>
        <p:nvPicPr>
          <p:cNvPr id="25" name="図 24">
            <a:extLst>
              <a:ext uri="{FF2B5EF4-FFF2-40B4-BE49-F238E27FC236}">
                <a16:creationId xmlns:a16="http://schemas.microsoft.com/office/drawing/2014/main" id="{FF55CBB9-7CCB-31B6-8203-EF2EBE38D25D}"/>
              </a:ext>
            </a:extLst>
          </p:cNvPr>
          <p:cNvPicPr>
            <a:picLocks noChangeAspect="1"/>
          </p:cNvPicPr>
          <p:nvPr/>
        </p:nvPicPr>
        <p:blipFill>
          <a:blip r:embed="rId10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181350" y="255245"/>
            <a:ext cx="937753" cy="840150"/>
          </a:xfrm>
          <a:prstGeom prst="rect">
            <a:avLst/>
          </a:prstGeom>
          <a:solidFill>
            <a:schemeClr val="bg1"/>
          </a:solidFill>
        </p:spPr>
      </p:pic>
      <p:pic>
        <p:nvPicPr>
          <p:cNvPr id="8" name="図 7">
            <a:extLst>
              <a:ext uri="{FF2B5EF4-FFF2-40B4-BE49-F238E27FC236}">
                <a16:creationId xmlns:a16="http://schemas.microsoft.com/office/drawing/2014/main" id="{320093E7-2025-0FD8-6B12-CB2F18A2B62B}"/>
              </a:ext>
            </a:extLst>
          </p:cNvPr>
          <p:cNvPicPr>
            <a:picLocks noChangeAspect="1"/>
          </p:cNvPicPr>
          <p:nvPr/>
        </p:nvPicPr>
        <p:blipFill>
          <a:blip r:embed="rId1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 rot="5400000">
            <a:off x="4115921" y="4350076"/>
            <a:ext cx="1621424" cy="2044162"/>
          </a:xfrm>
          <a:prstGeom prst="rect">
            <a:avLst/>
          </a:prstGeom>
        </p:spPr>
      </p:pic>
      <p:pic>
        <p:nvPicPr>
          <p:cNvPr id="10" name="図 9">
            <a:extLst>
              <a:ext uri="{FF2B5EF4-FFF2-40B4-BE49-F238E27FC236}">
                <a16:creationId xmlns:a16="http://schemas.microsoft.com/office/drawing/2014/main" id="{7BA61630-9D0D-5DF2-550A-07537520F44C}"/>
              </a:ext>
            </a:extLst>
          </p:cNvPr>
          <p:cNvPicPr>
            <a:picLocks noChangeAspect="1"/>
          </p:cNvPicPr>
          <p:nvPr/>
        </p:nvPicPr>
        <p:blipFill>
          <a:blip r:embed="rId1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 rot="5400000">
            <a:off x="3703586" y="2397908"/>
            <a:ext cx="1818525" cy="1493102"/>
          </a:xfrm>
          <a:prstGeom prst="rect">
            <a:avLst/>
          </a:prstGeom>
        </p:spPr>
      </p:pic>
      <p:pic>
        <p:nvPicPr>
          <p:cNvPr id="18" name="図 17">
            <a:extLst>
              <a:ext uri="{FF2B5EF4-FFF2-40B4-BE49-F238E27FC236}">
                <a16:creationId xmlns:a16="http://schemas.microsoft.com/office/drawing/2014/main" id="{FDDF559B-6847-93D7-5D3E-2A9B97B999AB}"/>
              </a:ext>
            </a:extLst>
          </p:cNvPr>
          <p:cNvPicPr>
            <a:picLocks noChangeAspect="1"/>
          </p:cNvPicPr>
          <p:nvPr/>
        </p:nvPicPr>
        <p:blipFill>
          <a:blip r:embed="rId1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 rot="5400000">
            <a:off x="5109060" y="2476068"/>
            <a:ext cx="1848549" cy="138641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583440007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2" name="図 11">
            <a:extLst>
              <a:ext uri="{FF2B5EF4-FFF2-40B4-BE49-F238E27FC236}">
                <a16:creationId xmlns:a16="http://schemas.microsoft.com/office/drawing/2014/main" id="{5C6AC080-6076-DC7F-FF72-97A09D42DE3A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095468" y="-717050"/>
            <a:ext cx="3798700" cy="8085742"/>
          </a:xfrm>
          <a:prstGeom prst="rect">
            <a:avLst/>
          </a:prstGeom>
        </p:spPr>
      </p:pic>
      <p:grpSp>
        <p:nvGrpSpPr>
          <p:cNvPr id="7" name="グループ 9">
            <a:extLst>
              <a:ext uri="{FF2B5EF4-FFF2-40B4-BE49-F238E27FC236}">
                <a16:creationId xmlns:a16="http://schemas.microsoft.com/office/drawing/2014/main" id="{C9CA3ABA-561C-3692-EAA6-E8E3C38C0A1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/>
          <p:nvPr/>
        </p:nvGrpSpPr>
        <p:grpSpPr>
          <a:xfrm>
            <a:off x="0" y="-301925"/>
            <a:ext cx="8137485" cy="7650990"/>
            <a:chOff x="0" y="0"/>
            <a:chExt cx="6409117" cy="7315200"/>
          </a:xfrm>
        </p:grpSpPr>
        <p:sp>
          <p:nvSpPr>
            <p:cNvPr id="9" name="長方形 53">
              <a:extLst>
                <a:ext uri="{FF2B5EF4-FFF2-40B4-BE49-F238E27FC236}">
                  <a16:creationId xmlns:a16="http://schemas.microsoft.com/office/drawing/2014/main" id="{6DF09ED1-592F-4548-F5BF-2084787C987E}"/>
                </a:ext>
              </a:extLst>
            </p:cNvPr>
            <p:cNvSpPr/>
            <p:nvPr/>
          </p:nvSpPr>
          <p:spPr>
            <a:xfrm>
              <a:off x="2971040" y="0"/>
              <a:ext cx="3438077" cy="7315200"/>
            </a:xfrm>
            <a:prstGeom prst="rect">
              <a:avLst/>
            </a:prstGeom>
            <a:solidFill>
              <a:schemeClr val="tx1">
                <a:lumMod val="85000"/>
                <a:lumOff val="1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>
                <a:lnSpc>
                  <a:spcPct val="80000"/>
                </a:lnSpc>
                <a:spcAft>
                  <a:spcPts val="800"/>
                </a:spcAft>
              </a:pPr>
              <a:r>
                <a:rPr lang="ja-JP" sz="900" b="1">
                  <a:solidFill>
                    <a:srgbClr val="FFFFFF"/>
                  </a:solidFill>
                  <a:effectLst/>
                  <a:latin typeface="Meiryo UI" panose="020B0604030504040204" pitchFamily="50" charset="-128"/>
                  <a:ea typeface="Meiryo UI" panose="020B0604030504040204" pitchFamily="50" charset="-128"/>
                  <a:cs typeface="Arial" panose="020B0604020202020204" pitchFamily="34" charset="0"/>
                </a:rPr>
                <a:t> </a:t>
              </a:r>
            </a:p>
          </p:txBody>
        </p:sp>
        <p:sp>
          <p:nvSpPr>
            <p:cNvPr id="10" name="円/楕円 56">
              <a:extLst>
                <a:ext uri="{FF2B5EF4-FFF2-40B4-BE49-F238E27FC236}">
                  <a16:creationId xmlns:a16="http://schemas.microsoft.com/office/drawing/2014/main" id="{FCB5310E-0742-61D4-A829-A98E1A79092C}"/>
                </a:ext>
              </a:extLst>
            </p:cNvPr>
            <p:cNvSpPr/>
            <p:nvPr/>
          </p:nvSpPr>
          <p:spPr>
            <a:xfrm>
              <a:off x="3138345" y="372862"/>
              <a:ext cx="3079255" cy="2746660"/>
            </a:xfrm>
            <a:prstGeom prst="ellipse">
              <a:avLst/>
            </a:prstGeom>
            <a:solidFill>
              <a:srgbClr val="C00000"/>
            </a:solidFill>
            <a:ln>
              <a:solidFill>
                <a:schemeClr val="bg1"/>
              </a:solidFill>
              <a:prstDash val="dash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r>
                <a:rPr lang="ja-JP" altLang="en-US" sz="1800" b="1" dirty="0">
                  <a:solidFill>
                    <a:srgbClr val="FFFFFF"/>
                  </a:solidFill>
                  <a:effectLst/>
                  <a:ea typeface="Meiryo UI" panose="020B0604030504040204" pitchFamily="50" charset="-128"/>
                  <a:cs typeface="Arial" panose="020B0604020202020204" pitchFamily="34" charset="0"/>
                </a:rPr>
                <a:t>　　　　　　　　　　　　　　　　　　　　　　　　　　　　</a:t>
              </a:r>
              <a:endParaRPr lang="en-US" altLang="ja-JP" sz="1800" b="1" dirty="0">
                <a:solidFill>
                  <a:srgbClr val="FFFFFF"/>
                </a:solidFill>
                <a:effectLst/>
                <a:ea typeface="Meiryo UI" panose="020B0604030504040204" pitchFamily="50" charset="-128"/>
                <a:cs typeface="Arial" panose="020B0604020202020204" pitchFamily="34" charset="0"/>
              </a:endParaRPr>
            </a:p>
            <a:p>
              <a:r>
                <a:rPr lang="en-US" altLang="ja-JP" sz="2400" b="1" dirty="0">
                  <a:solidFill>
                    <a:srgbClr val="FFFFFF"/>
                  </a:solidFill>
                  <a:ea typeface="Meiryo UI" panose="020B0604030504040204" pitchFamily="50" charset="-128"/>
                  <a:cs typeface="Arial" panose="020B0604020202020204" pitchFamily="34" charset="0"/>
                </a:rPr>
                <a:t>      </a:t>
              </a:r>
            </a:p>
            <a:p>
              <a:pPr algn="ctr"/>
              <a:r>
                <a:rPr lang="en-US" altLang="ja-JP" sz="2400" b="1" dirty="0" err="1">
                  <a:solidFill>
                    <a:srgbClr val="FFFFFF"/>
                  </a:solidFill>
                  <a:latin typeface="Arial Black" panose="020B0A04020102020204" pitchFamily="34" charset="0"/>
                  <a:ea typeface="Meiryo UI" panose="020B0604030504040204" pitchFamily="50" charset="-128"/>
                  <a:cs typeface="Arial" panose="020B0604020202020204" pitchFamily="34" charset="0"/>
                </a:rPr>
                <a:t>Fuhs</a:t>
              </a:r>
              <a:r>
                <a:rPr lang="ja-JP" altLang="en-US" sz="2400" b="1" dirty="0">
                  <a:solidFill>
                    <a:srgbClr val="FFFFFF"/>
                  </a:solidFill>
                  <a:ea typeface="Meiryo UI" panose="020B0604030504040204" pitchFamily="50" charset="-128"/>
                  <a:cs typeface="Arial" panose="020B0604020202020204" pitchFamily="34" charset="0"/>
                </a:rPr>
                <a:t> </a:t>
              </a:r>
              <a:r>
                <a:rPr lang="en-US" altLang="ja-JP" sz="2400" b="1" dirty="0">
                  <a:solidFill>
                    <a:srgbClr val="FFFFFF"/>
                  </a:solidFill>
                  <a:ea typeface="Meiryo UI" panose="020B0604030504040204" pitchFamily="50" charset="-128"/>
                  <a:cs typeface="Arial" panose="020B0604020202020204" pitchFamily="34" charset="0"/>
                </a:rPr>
                <a:t>café</a:t>
              </a:r>
            </a:p>
            <a:p>
              <a:endParaRPr lang="en-US" altLang="ja-JP" sz="800" b="1" dirty="0">
                <a:solidFill>
                  <a:srgbClr val="FFFFFF"/>
                </a:solidFill>
                <a:effectLst/>
                <a:ea typeface="Meiryo UI" panose="020B0604030504040204" pitchFamily="50" charset="-128"/>
                <a:cs typeface="Arial" panose="020B0604020202020204" pitchFamily="34" charset="0"/>
              </a:endParaRPr>
            </a:p>
            <a:p>
              <a:pPr algn="ctr"/>
              <a:r>
                <a:rPr lang="ja-JP" altLang="ja-JP" sz="1800" b="1" dirty="0">
                  <a:solidFill>
                    <a:srgbClr val="FFFFFF"/>
                  </a:solidFill>
                  <a:effectLst/>
                  <a:ea typeface="Meiryo UI" panose="020B0604030504040204" pitchFamily="50" charset="-128"/>
                  <a:cs typeface="Arial" panose="020B0604020202020204" pitchFamily="34" charset="0"/>
                </a:rPr>
                <a:t>ﾐﾝﾁﾐｰﾄを中心に自家製アレジを提供とともに自家製スイーツなどお楽しみください</a:t>
              </a:r>
              <a:r>
                <a:rPr lang="ja-JP" altLang="en-US" sz="1800" b="1" dirty="0">
                  <a:solidFill>
                    <a:srgbClr val="FFFFFF"/>
                  </a:solidFill>
                  <a:effectLst/>
                  <a:ea typeface="Meiryo UI" panose="020B0604030504040204" pitchFamily="50" charset="-128"/>
                  <a:cs typeface="Arial" panose="020B0604020202020204" pitchFamily="34" charset="0"/>
                </a:rPr>
                <a:t>。</a:t>
              </a:r>
              <a:endParaRPr lang="ja-JP" altLang="en-US" dirty="0"/>
            </a:p>
          </p:txBody>
        </p:sp>
        <p:sp>
          <p:nvSpPr>
            <p:cNvPr id="11" name="長方形 49">
              <a:extLst>
                <a:ext uri="{FF2B5EF4-FFF2-40B4-BE49-F238E27FC236}">
                  <a16:creationId xmlns:a16="http://schemas.microsoft.com/office/drawing/2014/main" id="{3AA00C76-A2DC-F7A5-35ED-ED03A2D110EA}"/>
                </a:ext>
              </a:extLst>
            </p:cNvPr>
            <p:cNvSpPr/>
            <p:nvPr/>
          </p:nvSpPr>
          <p:spPr>
            <a:xfrm>
              <a:off x="0" y="0"/>
              <a:ext cx="2991873" cy="7315200"/>
            </a:xfrm>
            <a:prstGeom prst="rect">
              <a:avLst/>
            </a:prstGeom>
            <a:solidFill>
              <a:schemeClr val="tx1">
                <a:lumMod val="85000"/>
                <a:lumOff val="1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>
                <a:lnSpc>
                  <a:spcPct val="80000"/>
                </a:lnSpc>
                <a:spcAft>
                  <a:spcPts val="800"/>
                </a:spcAft>
                <a:tabLst>
                  <a:tab pos="2628900" algn="l"/>
                </a:tabLst>
              </a:pPr>
              <a:r>
                <a:rPr lang="ja-JP" sz="900" b="1">
                  <a:solidFill>
                    <a:srgbClr val="FFFFFF"/>
                  </a:solidFill>
                  <a:effectLst/>
                  <a:latin typeface="Meiryo UI" panose="020B0604030504040204" pitchFamily="50" charset="-128"/>
                  <a:ea typeface="Meiryo UI" panose="020B0604030504040204" pitchFamily="50" charset="-128"/>
                  <a:cs typeface="Arial" panose="020B0604020202020204" pitchFamily="34" charset="0"/>
                </a:rPr>
                <a:t> </a:t>
              </a:r>
            </a:p>
          </p:txBody>
        </p:sp>
        <p:sp>
          <p:nvSpPr>
            <p:cNvPr id="14" name="長方形 50">
              <a:extLst>
                <a:ext uri="{FF2B5EF4-FFF2-40B4-BE49-F238E27FC236}">
                  <a16:creationId xmlns:a16="http://schemas.microsoft.com/office/drawing/2014/main" id="{E6D26529-1E37-C2BA-CD04-09C3E189FEF1}"/>
                </a:ext>
              </a:extLst>
            </p:cNvPr>
            <p:cNvSpPr/>
            <p:nvPr/>
          </p:nvSpPr>
          <p:spPr>
            <a:xfrm>
              <a:off x="700180" y="810491"/>
              <a:ext cx="2257111" cy="5873295"/>
            </a:xfrm>
            <a:prstGeom prst="rect">
              <a:avLst/>
            </a:prstGeom>
            <a:noFill/>
            <a:ln cmpd="thickThin">
              <a:solidFill>
                <a:schemeClr val="bg1"/>
              </a:solidFill>
              <a:prstDash val="sysDash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endParaRPr lang="ja-JP" altLang="en-US"/>
            </a:p>
          </p:txBody>
        </p:sp>
        <p:sp>
          <p:nvSpPr>
            <p:cNvPr id="15" name="テキスト ボックス 51">
              <a:extLst>
                <a:ext uri="{FF2B5EF4-FFF2-40B4-BE49-F238E27FC236}">
                  <a16:creationId xmlns:a16="http://schemas.microsoft.com/office/drawing/2014/main" id="{BA69B41B-6BEF-2F81-5867-72FFA530DB0D}"/>
                </a:ext>
              </a:extLst>
            </p:cNvPr>
            <p:cNvSpPr txBox="1"/>
            <p:nvPr/>
          </p:nvSpPr>
          <p:spPr>
            <a:xfrm>
              <a:off x="747992" y="3119522"/>
              <a:ext cx="2092544" cy="3450932"/>
            </a:xfrm>
            <a:prstGeom prst="rect">
              <a:avLst/>
            </a:prstGeom>
            <a:solidFill>
              <a:schemeClr val="tx1">
                <a:lumMod val="85000"/>
                <a:lumOff val="15000"/>
              </a:schemeClr>
            </a:solidFill>
            <a:ln>
              <a:noFill/>
            </a:ln>
            <a:effectLst/>
          </p:spPr>
          <p:style>
            <a:lnRef idx="0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dk1"/>
            </a:fontRef>
          </p:style>
          <p:txBody>
            <a:bodyPr rot="0" spcFirstLastPara="0" vert="horz" wrap="square" lIns="91440" tIns="0" rIns="91440" bIns="0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/>
            <a:p>
              <a:pPr>
                <a:lnSpc>
                  <a:spcPct val="80000"/>
                </a:lnSpc>
                <a:spcAft>
                  <a:spcPts val="800"/>
                </a:spcAft>
              </a:pPr>
              <a:r>
                <a:rPr lang="en-US" sz="900" b="0">
                  <a:solidFill>
                    <a:srgbClr val="FFFFFF"/>
                  </a:solidFill>
                  <a:effectLst/>
                  <a:latin typeface="Meiryo UI" panose="020B0604030504040204" pitchFamily="50" charset="-128"/>
                  <a:ea typeface="Meiryo UI" panose="020B0604030504040204" pitchFamily="50" charset="-128"/>
                  <a:cs typeface="Arial" panose="020B0604020202020204" pitchFamily="34" charset="0"/>
                </a:rPr>
                <a:t> </a:t>
              </a:r>
              <a:endParaRPr lang="ja-JP" sz="900" b="1">
                <a:solidFill>
                  <a:srgbClr val="FFFFFF"/>
                </a:solidFill>
                <a:effectLst/>
                <a:latin typeface="Meiryo UI" panose="020B0604030504040204" pitchFamily="50" charset="-128"/>
                <a:ea typeface="Meiryo UI" panose="020B0604030504040204" pitchFamily="50" charset="-128"/>
                <a:cs typeface="Arial" panose="020B0604020202020204" pitchFamily="34" charset="0"/>
              </a:endParaRPr>
            </a:p>
            <a:p>
              <a:pPr>
                <a:lnSpc>
                  <a:spcPct val="80000"/>
                </a:lnSpc>
                <a:spcAft>
                  <a:spcPts val="800"/>
                </a:spcAft>
              </a:pPr>
              <a:r>
                <a:rPr lang="en-US" sz="900" b="0">
                  <a:solidFill>
                    <a:srgbClr val="FFFFFF"/>
                  </a:solidFill>
                  <a:effectLst/>
                  <a:latin typeface="Meiryo UI" panose="020B0604030504040204" pitchFamily="50" charset="-128"/>
                  <a:ea typeface="Meiryo UI" panose="020B0604030504040204" pitchFamily="50" charset="-128"/>
                  <a:cs typeface="Arial" panose="020B0604020202020204" pitchFamily="34" charset="0"/>
                </a:rPr>
                <a:t> </a:t>
              </a:r>
              <a:endParaRPr lang="ja-JP" sz="900" b="1">
                <a:solidFill>
                  <a:srgbClr val="FFFFFF"/>
                </a:solidFill>
                <a:effectLst/>
                <a:latin typeface="Meiryo UI" panose="020B0604030504040204" pitchFamily="50" charset="-128"/>
                <a:ea typeface="Meiryo UI" panose="020B0604030504040204" pitchFamily="50" charset="-128"/>
                <a:cs typeface="Arial" panose="020B0604020202020204" pitchFamily="34" charset="0"/>
              </a:endParaRPr>
            </a:p>
          </p:txBody>
        </p:sp>
      </p:grpSp>
      <p:sp>
        <p:nvSpPr>
          <p:cNvPr id="5" name="Rectangle 3">
            <a:extLst>
              <a:ext uri="{FF2B5EF4-FFF2-40B4-BE49-F238E27FC236}">
                <a16:creationId xmlns:a16="http://schemas.microsoft.com/office/drawing/2014/main" id="{954AEE67-4E0B-74BF-18F4-DD3C29581724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0"/>
            <a:ext cx="121920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76176" rIns="91440" bIns="76176" numCol="1" anchor="ctr" anchorCtr="0" compatLnSpc="1">
            <a:prstTxWarp prst="textNoShape">
              <a:avLst/>
            </a:prstTxWarp>
            <a:spAutoFit/>
          </a:bodyPr>
          <a:lstStyle/>
          <a:p>
            <a:endParaRPr lang="ja-JP" altLang="en-US"/>
          </a:p>
        </p:txBody>
      </p:sp>
      <p:grpSp>
        <p:nvGrpSpPr>
          <p:cNvPr id="17" name="グループ化 16">
            <a:extLst>
              <a:ext uri="{FF2B5EF4-FFF2-40B4-BE49-F238E27FC236}">
                <a16:creationId xmlns:a16="http://schemas.microsoft.com/office/drawing/2014/main" id="{037B67E8-7D11-A64F-F265-ED8FBF9FE3D7}"/>
              </a:ext>
            </a:extLst>
          </p:cNvPr>
          <p:cNvGrpSpPr/>
          <p:nvPr/>
        </p:nvGrpSpPr>
        <p:grpSpPr>
          <a:xfrm>
            <a:off x="1023654" y="1159930"/>
            <a:ext cx="2654457" cy="5698071"/>
            <a:chOff x="3512751" y="1468950"/>
            <a:chExt cx="2662014" cy="6301547"/>
          </a:xfrm>
        </p:grpSpPr>
        <p:sp>
          <p:nvSpPr>
            <p:cNvPr id="4" name="テキスト ボックス 1">
              <a:extLst>
                <a:ext uri="{FF2B5EF4-FFF2-40B4-BE49-F238E27FC236}">
                  <a16:creationId xmlns:a16="http://schemas.microsoft.com/office/drawing/2014/main" id="{0F4617AB-4768-7549-9FC1-6194E4706137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3671323" y="1468950"/>
              <a:ext cx="2259333" cy="4845143"/>
            </a:xfrm>
            <a:prstGeom prst="rect">
              <a:avLst/>
            </a:prstGeom>
            <a:solidFill>
              <a:srgbClr val="292929"/>
            </a:solidFill>
            <a:ln w="6350">
              <a:solidFill>
                <a:srgbClr val="292929"/>
              </a:solidFill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endParaRPr kumimoji="0" lang="en-US" altLang="ja-JP" sz="2200" b="1" i="0" u="none" strike="noStrike" cap="none" normalizeH="0" baseline="0" dirty="0">
                <a:ln>
                  <a:noFill/>
                </a:ln>
                <a:solidFill>
                  <a:srgbClr val="FFFFFF"/>
                </a:solidFill>
                <a:effectLst/>
                <a:latin typeface="Berlin Sans FB Demi" panose="020E0802020502020306" pitchFamily="34" charset="0"/>
                <a:ea typeface="Meiryo UI" panose="020B0604030504040204" pitchFamily="50" charset="-128"/>
                <a:cs typeface="Arial" panose="020B0604020202020204" pitchFamily="34" charset="0"/>
              </a:endParaRPr>
            </a:p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endParaRPr kumimoji="0" lang="en-US" altLang="ja-JP" sz="2200" b="1" dirty="0">
                <a:solidFill>
                  <a:srgbClr val="FFFFFF"/>
                </a:solidFill>
                <a:latin typeface="Berlin Sans FB Demi" panose="020E0802020502020306" pitchFamily="34" charset="0"/>
                <a:ea typeface="Meiryo UI" panose="020B0604030504040204" pitchFamily="50" charset="-128"/>
                <a:cs typeface="Arial" panose="020B0604020202020204" pitchFamily="34" charset="0"/>
              </a:endParaRPr>
            </a:p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r>
                <a:rPr kumimoji="0" lang="ja-JP" altLang="en-US" sz="2200" b="1" dirty="0">
                  <a:solidFill>
                    <a:srgbClr val="FFFFFF"/>
                  </a:solidFill>
                  <a:latin typeface="Berlin Sans FB Demi" panose="020E0802020502020306" pitchFamily="34" charset="0"/>
                  <a:ea typeface="Meiryo UI" panose="020B0604030504040204" pitchFamily="50" charset="-128"/>
                  <a:cs typeface="Arial" panose="020B0604020202020204" pitchFamily="34" charset="0"/>
                </a:rPr>
                <a:t> 　　美容ルーム</a:t>
              </a:r>
              <a:r>
                <a:rPr kumimoji="0" lang="en-US" altLang="ja-JP" sz="4000" b="1" i="0" u="none" strike="noStrike" cap="none" normalizeH="0" baseline="0" dirty="0">
                  <a:ln>
                    <a:noFill/>
                  </a:ln>
                  <a:solidFill>
                    <a:srgbClr val="FFFFFF"/>
                  </a:solidFill>
                  <a:effectLst/>
                  <a:latin typeface="Berlin Sans FB Demi" panose="020E0802020502020306" pitchFamily="34" charset="0"/>
                  <a:ea typeface="Meiryo UI" panose="020B0604030504040204" pitchFamily="50" charset="-128"/>
                  <a:cs typeface="Arial" panose="020B0604020202020204" pitchFamily="34" charset="0"/>
                </a:rPr>
                <a:t>==</a:t>
              </a:r>
              <a:r>
                <a:rPr kumimoji="0" lang="en-US" altLang="ja-JP" sz="4000" b="1" i="0" u="none" strike="noStrike" cap="none" normalizeH="0" baseline="0" dirty="0" err="1">
                  <a:ln>
                    <a:noFill/>
                  </a:ln>
                  <a:solidFill>
                    <a:srgbClr val="FFFFFF"/>
                  </a:solidFill>
                  <a:effectLst/>
                  <a:latin typeface="Berlin Sans FB Demi" panose="020E0802020502020306" pitchFamily="34" charset="0"/>
                  <a:ea typeface="Meiryo UI" panose="020B0604030504040204" pitchFamily="50" charset="-128"/>
                  <a:cs typeface="Arial" panose="020B0604020202020204" pitchFamily="34" charset="0"/>
                </a:rPr>
                <a:t>Fuhs</a:t>
              </a:r>
              <a:r>
                <a:rPr kumimoji="0" lang="en-US" altLang="ja-JP" sz="4000" b="1" i="0" u="none" strike="noStrike" cap="none" normalizeH="0" baseline="0" dirty="0">
                  <a:ln>
                    <a:noFill/>
                  </a:ln>
                  <a:solidFill>
                    <a:srgbClr val="FFFFFF"/>
                  </a:solidFill>
                  <a:effectLst/>
                  <a:latin typeface="Berlin Sans FB Demi" panose="020E0802020502020306" pitchFamily="34" charset="0"/>
                  <a:ea typeface="Meiryo UI" panose="020B0604030504040204" pitchFamily="50" charset="-128"/>
                  <a:cs typeface="Arial" panose="020B0604020202020204" pitchFamily="34" charset="0"/>
                </a:rPr>
                <a:t>==</a:t>
              </a:r>
              <a:endParaRPr kumimoji="0" lang="en-US" altLang="ja-JP" sz="4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endParaRPr>
            </a:p>
          </p:txBody>
        </p:sp>
        <p:sp>
          <p:nvSpPr>
            <p:cNvPr id="6" name="Rectangle 5">
              <a:extLst>
                <a:ext uri="{FF2B5EF4-FFF2-40B4-BE49-F238E27FC236}">
                  <a16:creationId xmlns:a16="http://schemas.microsoft.com/office/drawing/2014/main" id="{09BDB0DD-3FCE-3C5E-35AB-7EF133238AB3}"/>
                </a:ext>
              </a:extLst>
            </p:cNvPr>
            <p:cNvSpPr>
              <a:spLocks noChangeArrowheads="1"/>
            </p:cNvSpPr>
            <p:nvPr/>
          </p:nvSpPr>
          <p:spPr bwMode="auto">
            <a:xfrm rot="10800000" flipV="1">
              <a:off x="3512751" y="1728933"/>
              <a:ext cx="2662014" cy="6041564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vert="horz" wrap="square" lIns="91440" tIns="76176" rIns="91440" bIns="76176" numCol="1" anchor="ctr" anchorCtr="0" compatLnSpc="1">
              <a:prstTxWarp prst="textNoShape">
                <a:avLst/>
              </a:prstTxWarp>
              <a:spAutoFit/>
            </a:bodyPr>
            <a:lstStyle/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endParaRPr kumimoji="0" lang="en-US" altLang="ja-JP" sz="1200" b="1" dirty="0">
                <a:solidFill>
                  <a:srgbClr val="FFFFFF"/>
                </a:solidFill>
                <a:latin typeface="Meiryo UI" panose="020B0604030504040204" pitchFamily="50" charset="-128"/>
                <a:ea typeface="Meiryo UI" panose="020B0604030504040204" pitchFamily="50" charset="-128"/>
                <a:cs typeface="Times New Roman" panose="02020603050405020304" pitchFamily="18" charset="0"/>
              </a:endParaRPr>
            </a:p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endParaRPr kumimoji="0" lang="en-US" altLang="ja-JP" sz="1200" b="1" dirty="0">
                <a:solidFill>
                  <a:srgbClr val="FFFFFF"/>
                </a:solidFill>
                <a:latin typeface="Meiryo UI" panose="020B0604030504040204" pitchFamily="50" charset="-128"/>
                <a:ea typeface="Meiryo UI" panose="020B0604030504040204" pitchFamily="50" charset="-128"/>
                <a:cs typeface="Times New Roman" panose="02020603050405020304" pitchFamily="18" charset="0"/>
              </a:endParaRPr>
            </a:p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endParaRPr kumimoji="0" lang="en-US" altLang="ja-JP" sz="1200" b="1" dirty="0">
                <a:solidFill>
                  <a:srgbClr val="FFFFFF"/>
                </a:solidFill>
                <a:latin typeface="Meiryo UI" panose="020B0604030504040204" pitchFamily="50" charset="-128"/>
                <a:ea typeface="Meiryo UI" panose="020B0604030504040204" pitchFamily="50" charset="-128"/>
                <a:cs typeface="Times New Roman" panose="02020603050405020304" pitchFamily="18" charset="0"/>
              </a:endParaRPr>
            </a:p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endParaRPr kumimoji="0" lang="en-US" altLang="ja-JP" sz="1200" b="1" dirty="0">
                <a:solidFill>
                  <a:srgbClr val="FFFFFF"/>
                </a:solidFill>
                <a:latin typeface="Meiryo UI" panose="020B0604030504040204" pitchFamily="50" charset="-128"/>
                <a:ea typeface="Meiryo UI" panose="020B0604030504040204" pitchFamily="50" charset="-128"/>
                <a:cs typeface="Times New Roman" panose="02020603050405020304" pitchFamily="18" charset="0"/>
              </a:endParaRPr>
            </a:p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endParaRPr kumimoji="0" lang="en-US" altLang="ja-JP" sz="1300" b="1" dirty="0">
                <a:solidFill>
                  <a:srgbClr val="FFFFFF"/>
                </a:solidFill>
                <a:latin typeface="Meiryo UI" panose="020B0604030504040204" pitchFamily="50" charset="-128"/>
                <a:ea typeface="Meiryo UI" panose="020B0604030504040204" pitchFamily="50" charset="-128"/>
                <a:cs typeface="Times New Roman" panose="02020603050405020304" pitchFamily="18" charset="0"/>
              </a:endParaRPr>
            </a:p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r>
                <a:rPr kumimoji="0" lang="ja-JP" altLang="en-US" sz="1300" b="1" dirty="0">
                  <a:solidFill>
                    <a:srgbClr val="FFFFFF"/>
                  </a:solidFill>
                  <a:latin typeface="Meiryo UI" panose="020B0604030504040204" pitchFamily="50" charset="-128"/>
                  <a:ea typeface="Meiryo UI" panose="020B0604030504040204" pitchFamily="50" charset="-128"/>
                  <a:cs typeface="Times New Roman" panose="02020603050405020304" pitchFamily="18" charset="0"/>
                </a:rPr>
                <a:t>　　</a:t>
              </a:r>
              <a:endParaRPr kumimoji="0" lang="en-US" altLang="ja-JP" sz="1300" b="1" dirty="0">
                <a:solidFill>
                  <a:srgbClr val="FFFFFF"/>
                </a:solidFill>
                <a:latin typeface="Meiryo UI" panose="020B0604030504040204" pitchFamily="50" charset="-128"/>
                <a:ea typeface="Meiryo UI" panose="020B0604030504040204" pitchFamily="50" charset="-128"/>
                <a:cs typeface="Times New Roman" panose="02020603050405020304" pitchFamily="18" charset="0"/>
              </a:endParaRPr>
            </a:p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endParaRPr kumimoji="0" lang="en-US" altLang="ja-JP" sz="1300" b="1" dirty="0">
                <a:solidFill>
                  <a:srgbClr val="FFFFFF"/>
                </a:solidFill>
                <a:latin typeface="Meiryo UI" panose="020B0604030504040204" pitchFamily="50" charset="-128"/>
                <a:ea typeface="Meiryo UI" panose="020B0604030504040204" pitchFamily="50" charset="-128"/>
                <a:cs typeface="Times New Roman" panose="02020603050405020304" pitchFamily="18" charset="0"/>
              </a:endParaRPr>
            </a:p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endParaRPr kumimoji="0" lang="en-US" altLang="ja-JP" sz="1300" b="1" dirty="0">
                <a:solidFill>
                  <a:srgbClr val="FFFFFF"/>
                </a:solidFill>
                <a:latin typeface="Meiryo UI" panose="020B0604030504040204" pitchFamily="50" charset="-128"/>
                <a:ea typeface="Meiryo UI" panose="020B0604030504040204" pitchFamily="50" charset="-128"/>
                <a:cs typeface="Times New Roman" panose="02020603050405020304" pitchFamily="18" charset="0"/>
              </a:endParaRPr>
            </a:p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r>
                <a:rPr kumimoji="0" lang="ja-JP" altLang="en-US" sz="1300" b="1" dirty="0">
                  <a:solidFill>
                    <a:srgbClr val="FFFFFF"/>
                  </a:solidFill>
                  <a:latin typeface="Meiryo UI" panose="020B0604030504040204" pitchFamily="50" charset="-128"/>
                  <a:ea typeface="Meiryo UI" panose="020B0604030504040204" pitchFamily="50" charset="-128"/>
                  <a:cs typeface="Times New Roman" panose="02020603050405020304" pitchFamily="18" charset="0"/>
                </a:rPr>
                <a:t>高校卒業後、東京美容専門学院へ入学、卒業し、町田小田急ビューティー田中でインターンとして入社をし、まもなく美容師である母が柿生下麻生にて、美容室サロンドフラワーを</a:t>
              </a:r>
              <a:r>
                <a:rPr kumimoji="0" lang="en-US" altLang="ja-JP" sz="1300" b="1" dirty="0">
                  <a:solidFill>
                    <a:srgbClr val="FFFFFF"/>
                  </a:solidFill>
                  <a:latin typeface="Meiryo UI" panose="020B0604030504040204" pitchFamily="50" charset="-128"/>
                  <a:ea typeface="Meiryo UI" panose="020B0604030504040204" pitchFamily="50" charset="-128"/>
                  <a:cs typeface="Times New Roman" panose="02020603050405020304" pitchFamily="18" charset="0"/>
                </a:rPr>
                <a:t>open</a:t>
              </a:r>
              <a:r>
                <a:rPr kumimoji="0" lang="ja-JP" altLang="en-US" sz="1300" b="1" dirty="0">
                  <a:solidFill>
                    <a:srgbClr val="FFFFFF"/>
                  </a:solidFill>
                  <a:latin typeface="Meiryo UI" panose="020B0604030504040204" pitchFamily="50" charset="-128"/>
                  <a:ea typeface="Meiryo UI" panose="020B0604030504040204" pitchFamily="50" charset="-128"/>
                  <a:cs typeface="Times New Roman" panose="02020603050405020304" pitchFamily="18" charset="0"/>
                </a:rPr>
                <a:t>した事で、母と一緒に店を営んで参りました。その後全国チェーンのイワサキで</a:t>
              </a:r>
              <a:r>
                <a:rPr kumimoji="0" lang="en-US" altLang="ja-JP" sz="1300" b="1" dirty="0">
                  <a:solidFill>
                    <a:srgbClr val="FFFFFF"/>
                  </a:solidFill>
                  <a:latin typeface="Meiryo UI" panose="020B0604030504040204" pitchFamily="50" charset="-128"/>
                  <a:ea typeface="Meiryo UI" panose="020B0604030504040204" pitchFamily="50" charset="-128"/>
                  <a:cs typeface="Times New Roman" panose="02020603050405020304" pitchFamily="18" charset="0"/>
                </a:rPr>
                <a:t>15</a:t>
              </a:r>
              <a:r>
                <a:rPr kumimoji="0" lang="ja-JP" altLang="en-US" sz="1300" b="1" dirty="0">
                  <a:solidFill>
                    <a:srgbClr val="FFFFFF"/>
                  </a:solidFill>
                  <a:latin typeface="Meiryo UI" panose="020B0604030504040204" pitchFamily="50" charset="-128"/>
                  <a:ea typeface="Meiryo UI" panose="020B0604030504040204" pitchFamily="50" charset="-128"/>
                  <a:cs typeface="Times New Roman" panose="02020603050405020304" pitchFamily="18" charset="0"/>
                </a:rPr>
                <a:t>年の勤務を経て、念願の</a:t>
              </a:r>
              <a:r>
                <a:rPr kumimoji="0" lang="en-US" altLang="ja-JP" sz="1300" b="1" dirty="0">
                  <a:solidFill>
                    <a:srgbClr val="FFFFFF"/>
                  </a:solidFill>
                  <a:latin typeface="Meiryo UI" panose="020B0604030504040204" pitchFamily="50" charset="-128"/>
                  <a:ea typeface="Meiryo UI" panose="020B0604030504040204" pitchFamily="50" charset="-128"/>
                  <a:cs typeface="Times New Roman" panose="02020603050405020304" pitchFamily="18" charset="0"/>
                </a:rPr>
                <a:t>my</a:t>
              </a:r>
              <a:r>
                <a:rPr kumimoji="0" lang="ja-JP" altLang="en-US" sz="1300" b="1" dirty="0">
                  <a:solidFill>
                    <a:srgbClr val="FFFFFF"/>
                  </a:solidFill>
                  <a:latin typeface="Meiryo UI" panose="020B0604030504040204" pitchFamily="50" charset="-128"/>
                  <a:ea typeface="Meiryo UI" panose="020B0604030504040204" pitchFamily="50" charset="-128"/>
                  <a:cs typeface="Times New Roman" panose="02020603050405020304" pitchFamily="18" charset="0"/>
                </a:rPr>
                <a:t>サロンを</a:t>
              </a:r>
              <a:r>
                <a:rPr kumimoji="0" lang="en-US" altLang="ja-JP" sz="1300" b="1" dirty="0">
                  <a:solidFill>
                    <a:srgbClr val="FFFFFF"/>
                  </a:solidFill>
                  <a:latin typeface="Meiryo UI" panose="020B0604030504040204" pitchFamily="50" charset="-128"/>
                  <a:ea typeface="Meiryo UI" panose="020B0604030504040204" pitchFamily="50" charset="-128"/>
                  <a:cs typeface="Times New Roman" panose="02020603050405020304" pitchFamily="18" charset="0"/>
                </a:rPr>
                <a:t>open</a:t>
              </a:r>
              <a:r>
                <a:rPr kumimoji="0" lang="ja-JP" altLang="en-US" sz="1300" b="1" dirty="0">
                  <a:solidFill>
                    <a:srgbClr val="FFFFFF"/>
                  </a:solidFill>
                  <a:latin typeface="Meiryo UI" panose="020B0604030504040204" pitchFamily="50" charset="-128"/>
                  <a:ea typeface="Meiryo UI" panose="020B0604030504040204" pitchFamily="50" charset="-128"/>
                  <a:cs typeface="Times New Roman" panose="02020603050405020304" pitchFamily="18" charset="0"/>
                </a:rPr>
                <a:t>する事ができました！　店名は私の名前を用いて、　　「</a:t>
              </a:r>
              <a:r>
                <a:rPr kumimoji="0" lang="en-US" altLang="ja-JP" sz="1300" b="1" dirty="0">
                  <a:solidFill>
                    <a:srgbClr val="FFFFFF"/>
                  </a:solidFill>
                  <a:latin typeface="Meiryo UI" panose="020B0604030504040204" pitchFamily="50" charset="-128"/>
                  <a:ea typeface="Meiryo UI" panose="020B0604030504040204" pitchFamily="50" charset="-128"/>
                  <a:cs typeface="Times New Roman" panose="02020603050405020304" pitchFamily="18" charset="0"/>
                </a:rPr>
                <a:t>==</a:t>
              </a:r>
              <a:r>
                <a:rPr kumimoji="0" lang="ja-JP" altLang="en-US" sz="1300" b="1" dirty="0">
                  <a:solidFill>
                    <a:srgbClr val="FFFFFF"/>
                  </a:solidFill>
                  <a:latin typeface="Meiryo UI" panose="020B0604030504040204" pitchFamily="50" charset="-128"/>
                  <a:ea typeface="Meiryo UI" panose="020B0604030504040204" pitchFamily="50" charset="-128"/>
                  <a:cs typeface="Times New Roman" panose="02020603050405020304" pitchFamily="18" charset="0"/>
                </a:rPr>
                <a:t>フーズ</a:t>
              </a:r>
              <a:r>
                <a:rPr kumimoji="0" lang="en-US" altLang="ja-JP" sz="1300" b="1" dirty="0">
                  <a:solidFill>
                    <a:srgbClr val="FFFFFF"/>
                  </a:solidFill>
                  <a:latin typeface="Meiryo UI" panose="020B0604030504040204" pitchFamily="50" charset="-128"/>
                  <a:ea typeface="Meiryo UI" panose="020B0604030504040204" pitchFamily="50" charset="-128"/>
                  <a:cs typeface="Times New Roman" panose="02020603050405020304" pitchFamily="18" charset="0"/>
                </a:rPr>
                <a:t>==</a:t>
              </a:r>
              <a:r>
                <a:rPr kumimoji="0" lang="ja-JP" altLang="en-US" sz="1300" b="1" dirty="0">
                  <a:solidFill>
                    <a:srgbClr val="FFFFFF"/>
                  </a:solidFill>
                  <a:latin typeface="Meiryo UI" panose="020B0604030504040204" pitchFamily="50" charset="-128"/>
                  <a:ea typeface="Meiryo UI" panose="020B0604030504040204" pitchFamily="50" charset="-128"/>
                  <a:cs typeface="Times New Roman" panose="02020603050405020304" pitchFamily="18" charset="0"/>
                </a:rPr>
                <a:t>」としました。テイクアウトカフェと共に、皆様に愛され、親しんでいただけますと幸いです。</a:t>
              </a:r>
            </a:p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r>
                <a:rPr kumimoji="0" lang="ja-JP" altLang="en-US" sz="1300" b="1" dirty="0">
                  <a:solidFill>
                    <a:srgbClr val="FFFFFF"/>
                  </a:solidFill>
                  <a:latin typeface="Meiryo UI" panose="020B0604030504040204" pitchFamily="50" charset="-128"/>
                  <a:ea typeface="Meiryo UI" panose="020B0604030504040204" pitchFamily="50" charset="-128"/>
                  <a:cs typeface="Times New Roman" panose="02020603050405020304" pitchFamily="18" charset="0"/>
                </a:rPr>
                <a:t>どうぞ、よろしくお願いいたします。</a:t>
              </a:r>
            </a:p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endParaRPr kumimoji="0" lang="ja-JP" altLang="en-US" sz="1300" b="1" dirty="0">
                <a:solidFill>
                  <a:srgbClr val="FFFFFF"/>
                </a:solidFill>
                <a:latin typeface="Meiryo UI" panose="020B0604030504040204" pitchFamily="50" charset="-128"/>
                <a:ea typeface="Meiryo UI" panose="020B0604030504040204" pitchFamily="50" charset="-128"/>
                <a:cs typeface="Times New Roman" panose="02020603050405020304" pitchFamily="18" charset="0"/>
              </a:endParaRPr>
            </a:p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r>
                <a:rPr kumimoji="0" lang="en-US" altLang="ja-JP" sz="1300" b="1" dirty="0" err="1">
                  <a:solidFill>
                    <a:srgbClr val="FFFFFF"/>
                  </a:solidFill>
                  <a:latin typeface="Meiryo UI" panose="020B0604030504040204" pitchFamily="50" charset="-128"/>
                  <a:ea typeface="Meiryo UI" panose="020B0604030504040204" pitchFamily="50" charset="-128"/>
                  <a:cs typeface="Times New Roman" panose="02020603050405020304" pitchFamily="18" charset="0"/>
                </a:rPr>
                <a:t>Fuhs</a:t>
              </a:r>
              <a:r>
                <a:rPr kumimoji="0" lang="en-US" altLang="ja-JP" sz="1300" b="1" dirty="0">
                  <a:solidFill>
                    <a:srgbClr val="FFFFFF"/>
                  </a:solidFill>
                  <a:latin typeface="Meiryo UI" panose="020B0604030504040204" pitchFamily="50" charset="-128"/>
                  <a:ea typeface="Meiryo UI" panose="020B0604030504040204" pitchFamily="50" charset="-128"/>
                  <a:cs typeface="Times New Roman" panose="02020603050405020304" pitchFamily="18" charset="0"/>
                </a:rPr>
                <a:t>✴️</a:t>
              </a:r>
              <a:r>
                <a:rPr kumimoji="0" lang="ja-JP" altLang="en-US" sz="1300" b="1" dirty="0">
                  <a:solidFill>
                    <a:srgbClr val="FFFFFF"/>
                  </a:solidFill>
                  <a:latin typeface="Meiryo UI" panose="020B0604030504040204" pitchFamily="50" charset="-128"/>
                  <a:ea typeface="Meiryo UI" panose="020B0604030504040204" pitchFamily="50" charset="-128"/>
                  <a:cs typeface="Times New Roman" panose="02020603050405020304" pitchFamily="18" charset="0"/>
                </a:rPr>
                <a:t>林富士子</a:t>
              </a:r>
              <a:br>
                <a:rPr kumimoji="0" lang="ja-JP" altLang="ja-JP" sz="1200" b="0" i="0" u="none" strike="noStrike" cap="none" normalizeH="0" baseline="0" dirty="0">
                  <a:ln>
                    <a:noFill/>
                  </a:ln>
                  <a:solidFill>
                    <a:schemeClr val="tx1"/>
                  </a:solidFill>
                  <a:effectLst/>
                </a:rPr>
              </a:br>
              <a:endParaRPr kumimoji="0" lang="ja-JP" altLang="ja-JP" sz="12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endParaRPr>
            </a:p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endParaRPr kumimoji="0" lang="ja-JP" altLang="ja-JP" sz="12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endParaRPr>
            </a:p>
          </p:txBody>
        </p:sp>
      </p:grpSp>
      <p:sp>
        <p:nvSpPr>
          <p:cNvPr id="2" name="テキスト ボックス 1">
            <a:extLst>
              <a:ext uri="{FF2B5EF4-FFF2-40B4-BE49-F238E27FC236}">
                <a16:creationId xmlns:a16="http://schemas.microsoft.com/office/drawing/2014/main" id="{5372A70B-FF68-A4CE-CB5A-30F47A776B3A}"/>
              </a:ext>
            </a:extLst>
          </p:cNvPr>
          <p:cNvSpPr txBox="1"/>
          <p:nvPr/>
        </p:nvSpPr>
        <p:spPr>
          <a:xfrm>
            <a:off x="4280361" y="4961457"/>
            <a:ext cx="3375336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kumimoji="1" lang="ja-JP" altLang="en-US" dirty="0">
                <a:solidFill>
                  <a:schemeClr val="bg1"/>
                </a:solidFill>
              </a:rPr>
              <a:t>住所：町田市鶴川</a:t>
            </a:r>
            <a:r>
              <a:rPr kumimoji="1" lang="en-US" altLang="ja-JP" dirty="0">
                <a:solidFill>
                  <a:schemeClr val="bg1"/>
                </a:solidFill>
              </a:rPr>
              <a:t>2</a:t>
            </a:r>
            <a:r>
              <a:rPr kumimoji="1" lang="ja-JP" altLang="en-US" dirty="0">
                <a:solidFill>
                  <a:schemeClr val="bg1"/>
                </a:solidFill>
              </a:rPr>
              <a:t>丁目</a:t>
            </a:r>
            <a:r>
              <a:rPr kumimoji="1" lang="en-US" altLang="ja-JP" dirty="0">
                <a:solidFill>
                  <a:schemeClr val="bg1"/>
                </a:solidFill>
              </a:rPr>
              <a:t>14-13</a:t>
            </a:r>
            <a:endParaRPr kumimoji="1" lang="ja-JP" altLang="en-US" dirty="0">
              <a:solidFill>
                <a:schemeClr val="bg1"/>
              </a:solidFill>
            </a:endParaRPr>
          </a:p>
        </p:txBody>
      </p:sp>
      <p:sp>
        <p:nvSpPr>
          <p:cNvPr id="3" name="テキスト ボックス 2">
            <a:extLst>
              <a:ext uri="{FF2B5EF4-FFF2-40B4-BE49-F238E27FC236}">
                <a16:creationId xmlns:a16="http://schemas.microsoft.com/office/drawing/2014/main" id="{24D6265F-DE31-C3C4-689A-99A1AD0E4CF9}"/>
              </a:ext>
            </a:extLst>
          </p:cNvPr>
          <p:cNvSpPr txBox="1"/>
          <p:nvPr/>
        </p:nvSpPr>
        <p:spPr>
          <a:xfrm>
            <a:off x="3887431" y="5261968"/>
            <a:ext cx="415304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kumimoji="1" lang="ja-JP" altLang="en-US" dirty="0">
                <a:solidFill>
                  <a:schemeClr val="bg1"/>
                </a:solidFill>
              </a:rPr>
              <a:t>鶴川団地セントラル商店街 横浜銀行前</a:t>
            </a:r>
          </a:p>
        </p:txBody>
      </p:sp>
      <p:sp>
        <p:nvSpPr>
          <p:cNvPr id="20" name="テキスト ボックス 19">
            <a:extLst>
              <a:ext uri="{FF2B5EF4-FFF2-40B4-BE49-F238E27FC236}">
                <a16:creationId xmlns:a16="http://schemas.microsoft.com/office/drawing/2014/main" id="{CA74A620-ED83-2224-FBF2-0844E5FE2462}"/>
              </a:ext>
            </a:extLst>
          </p:cNvPr>
          <p:cNvSpPr txBox="1"/>
          <p:nvPr/>
        </p:nvSpPr>
        <p:spPr>
          <a:xfrm>
            <a:off x="3981570" y="5538163"/>
            <a:ext cx="4091327" cy="175432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ja-JP" altLang="en-US" dirty="0">
                <a:solidFill>
                  <a:schemeClr val="bg1"/>
                </a:solidFill>
              </a:rPr>
              <a:t> 営業時間：９：３０～気まぐれ時間</a:t>
            </a:r>
            <a:endParaRPr lang="en-US" altLang="ja-JP" dirty="0">
              <a:solidFill>
                <a:schemeClr val="bg1"/>
              </a:solidFill>
            </a:endParaRPr>
          </a:p>
          <a:p>
            <a:r>
              <a:rPr lang="ja-JP" altLang="en-US" dirty="0">
                <a:solidFill>
                  <a:schemeClr val="bg1"/>
                </a:solidFill>
              </a:rPr>
              <a:t>　美容ﾙｰﾑ 受付終了：１７：００</a:t>
            </a:r>
            <a:endParaRPr lang="en-US" altLang="ja-JP" dirty="0">
              <a:solidFill>
                <a:schemeClr val="bg1"/>
              </a:solidFill>
            </a:endParaRPr>
          </a:p>
          <a:p>
            <a:r>
              <a:rPr kumimoji="1" lang="ja-JP" altLang="en-US" dirty="0">
                <a:solidFill>
                  <a:schemeClr val="bg1"/>
                </a:solidFill>
              </a:rPr>
              <a:t>休 日：毎週月曜日・その他毎月告知</a:t>
            </a:r>
            <a:endParaRPr kumimoji="1" lang="en-US" altLang="ja-JP" dirty="0">
              <a:solidFill>
                <a:schemeClr val="bg1"/>
              </a:solidFill>
            </a:endParaRPr>
          </a:p>
          <a:p>
            <a:r>
              <a:rPr lang="ja-JP" altLang="en-US" b="1" dirty="0">
                <a:solidFill>
                  <a:srgbClr val="FF0000"/>
                </a:solidFill>
              </a:rPr>
              <a:t>予約℡：０４２－７３３－３８１１</a:t>
            </a:r>
            <a:endParaRPr kumimoji="1" lang="en-US" altLang="ja-JP" b="1" dirty="0">
              <a:solidFill>
                <a:srgbClr val="FF0000"/>
              </a:solidFill>
            </a:endParaRPr>
          </a:p>
          <a:p>
            <a:endParaRPr kumimoji="1" lang="en-US" altLang="ja-JP" dirty="0">
              <a:solidFill>
                <a:schemeClr val="bg1"/>
              </a:solidFill>
            </a:endParaRPr>
          </a:p>
          <a:p>
            <a:endParaRPr kumimoji="1" lang="ja-JP" altLang="en-US" dirty="0">
              <a:solidFill>
                <a:schemeClr val="bg1"/>
              </a:solidFill>
            </a:endParaRPr>
          </a:p>
        </p:txBody>
      </p:sp>
      <p:pic>
        <p:nvPicPr>
          <p:cNvPr id="25" name="図 24">
            <a:extLst>
              <a:ext uri="{FF2B5EF4-FFF2-40B4-BE49-F238E27FC236}">
                <a16:creationId xmlns:a16="http://schemas.microsoft.com/office/drawing/2014/main" id="{914F7A7A-AA88-E7CD-EBD9-7FDD0399E16E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812486" y="3108445"/>
            <a:ext cx="4311213" cy="1823339"/>
          </a:xfrm>
          <a:prstGeom prst="rect">
            <a:avLst/>
          </a:prstGeom>
        </p:spPr>
      </p:pic>
      <p:pic>
        <p:nvPicPr>
          <p:cNvPr id="27" name="図 26">
            <a:extLst>
              <a:ext uri="{FF2B5EF4-FFF2-40B4-BE49-F238E27FC236}">
                <a16:creationId xmlns:a16="http://schemas.microsoft.com/office/drawing/2014/main" id="{852759D8-2722-CA16-98F5-EDC2173C16A7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795687" y="808424"/>
            <a:ext cx="1006782" cy="901994"/>
          </a:xfrm>
          <a:prstGeom prst="rect">
            <a:avLst/>
          </a:prstGeom>
          <a:solidFill>
            <a:schemeClr val="bg1"/>
          </a:solidFill>
        </p:spPr>
      </p:pic>
      <p:pic>
        <p:nvPicPr>
          <p:cNvPr id="29" name="図 28">
            <a:extLst>
              <a:ext uri="{FF2B5EF4-FFF2-40B4-BE49-F238E27FC236}">
                <a16:creationId xmlns:a16="http://schemas.microsoft.com/office/drawing/2014/main" id="{21A33DDB-70E6-51D4-0B35-9F8CB86B5F64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429896" y="294437"/>
            <a:ext cx="961738" cy="861639"/>
          </a:xfrm>
          <a:prstGeom prst="rect">
            <a:avLst/>
          </a:prstGeom>
          <a:solidFill>
            <a:schemeClr val="bg1"/>
          </a:solidFill>
        </p:spPr>
      </p:pic>
      <p:pic>
        <p:nvPicPr>
          <p:cNvPr id="18" name="図 17">
            <a:extLst>
              <a:ext uri="{FF2B5EF4-FFF2-40B4-BE49-F238E27FC236}">
                <a16:creationId xmlns:a16="http://schemas.microsoft.com/office/drawing/2014/main" id="{4D65E76D-0A60-23F6-F222-8E9E753EFD87}"/>
              </a:ext>
            </a:extLst>
          </p:cNvPr>
          <p:cNvPicPr>
            <a:picLocks noChangeAspect="1"/>
          </p:cNvPicPr>
          <p:nvPr/>
        </p:nvPicPr>
        <p:blipFill>
          <a:blip r:embed="rId6">
            <a:duotone>
              <a:schemeClr val="accent2">
                <a:shade val="45000"/>
                <a:satMod val="135000"/>
              </a:schemeClr>
              <a:prstClr val="white"/>
            </a:duoton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192480" y="3938028"/>
            <a:ext cx="2904825" cy="993756"/>
          </a:xfrm>
          <a:prstGeom prst="rect">
            <a:avLst/>
          </a:prstGeom>
        </p:spPr>
      </p:pic>
      <p:pic>
        <p:nvPicPr>
          <p:cNvPr id="16" name="図 15">
            <a:extLst>
              <a:ext uri="{FF2B5EF4-FFF2-40B4-BE49-F238E27FC236}">
                <a16:creationId xmlns:a16="http://schemas.microsoft.com/office/drawing/2014/main" id="{9108698A-549A-2CEF-2FFC-33BC00277853}"/>
              </a:ext>
            </a:extLst>
          </p:cNvPr>
          <p:cNvPicPr>
            <a:picLocks noChangeAspect="1"/>
          </p:cNvPicPr>
          <p:nvPr/>
        </p:nvPicPr>
        <p:blipFill>
          <a:blip r:embed="rId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777430" y="787384"/>
            <a:ext cx="775781" cy="77578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834779392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テーマ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游ゴシック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游ゴシック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テーマ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游ゴシック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游ゴシック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Office テーマ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游ゴシック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游ゴシック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663</TotalTime>
  <Words>722</Words>
  <Application>Microsoft Office PowerPoint</Application>
  <PresentationFormat>ワイド画面</PresentationFormat>
  <Paragraphs>222</Paragraphs>
  <Slides>4</Slides>
  <Notes>2</Notes>
  <HiddenSlides>0</HiddenSlides>
  <MMClips>0</MMClips>
  <ScaleCrop>false</ScaleCrop>
  <HeadingPairs>
    <vt:vector size="6" baseType="variant">
      <vt:variant>
        <vt:lpstr>使用されているフォント</vt:lpstr>
      </vt:variant>
      <vt:variant>
        <vt:i4>6</vt:i4>
      </vt:variant>
      <vt:variant>
        <vt:lpstr>テーマ</vt:lpstr>
      </vt:variant>
      <vt:variant>
        <vt:i4>1</vt:i4>
      </vt:variant>
      <vt:variant>
        <vt:lpstr>スライド タイトル</vt:lpstr>
      </vt:variant>
      <vt:variant>
        <vt:i4>4</vt:i4>
      </vt:variant>
    </vt:vector>
  </HeadingPairs>
  <TitlesOfParts>
    <vt:vector size="11" baseType="lpstr">
      <vt:lpstr>Meiryo UI</vt:lpstr>
      <vt:lpstr>游ゴシック</vt:lpstr>
      <vt:lpstr>游ゴシック Light</vt:lpstr>
      <vt:lpstr>Arial</vt:lpstr>
      <vt:lpstr>Arial Black</vt:lpstr>
      <vt:lpstr>Berlin Sans FB Demi</vt:lpstr>
      <vt:lpstr>Office テーマ</vt:lpstr>
      <vt:lpstr>PowerPoint プレゼンテーション</vt:lpstr>
      <vt:lpstr>PowerPoint プレゼンテーション</vt:lpstr>
      <vt:lpstr>PowerPoint プレゼンテーション</vt:lpstr>
      <vt:lpstr>PowerPoint プレゼンテーション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プレゼンテーション</dc:title>
  <dc:creator>臣至 伊藤</dc:creator>
  <cp:lastModifiedBy>臣至 伊藤</cp:lastModifiedBy>
  <cp:revision>4</cp:revision>
  <cp:lastPrinted>2024-02-22T03:31:48Z</cp:lastPrinted>
  <dcterms:created xsi:type="dcterms:W3CDTF">2023-12-22T04:34:32Z</dcterms:created>
  <dcterms:modified xsi:type="dcterms:W3CDTF">2024-06-07T02:08:57Z</dcterms:modified>
</cp:coreProperties>
</file>